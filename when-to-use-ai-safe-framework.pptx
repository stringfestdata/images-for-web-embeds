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61" d="100"/>
          <a:sy n="61" d="100"/>
        </p:scale>
        <p:origin x="37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8AA9DB-4ADD-4093-85E7-A747C34BD1F8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D3FEBE-7216-48D0-BCEF-1559C482968E}">
      <dgm:prSet custT="1"/>
      <dgm:spPr/>
      <dgm:t>
        <a:bodyPr/>
        <a:lstStyle/>
        <a:p>
          <a:pPr>
            <a:buNone/>
          </a:pPr>
          <a:r>
            <a:rPr lang="en-US" sz="1600" dirty="0"/>
            <a:t>High Stability / Low Ambiguity</a:t>
          </a:r>
        </a:p>
      </dgm:t>
    </dgm:pt>
    <dgm:pt modelId="{2079A9B1-DE1D-4784-8586-0349FB596385}" type="parTrans" cxnId="{4D4ED242-66AC-456B-B4DE-2059B4369F2E}">
      <dgm:prSet/>
      <dgm:spPr/>
      <dgm:t>
        <a:bodyPr/>
        <a:lstStyle/>
        <a:p>
          <a:endParaRPr lang="en-US"/>
        </a:p>
      </dgm:t>
    </dgm:pt>
    <dgm:pt modelId="{1A39AADB-B772-49F1-9F4B-526E40C4B2C6}" type="sibTrans" cxnId="{4D4ED242-66AC-456B-B4DE-2059B4369F2E}">
      <dgm:prSet/>
      <dgm:spPr/>
      <dgm:t>
        <a:bodyPr/>
        <a:lstStyle/>
        <a:p>
          <a:endParaRPr lang="en-US"/>
        </a:p>
      </dgm:t>
    </dgm:pt>
    <dgm:pt modelId="{58C2DE00-38EA-4DEE-BE2A-7381C5548DF2}">
      <dgm:prSet custT="1"/>
      <dgm:spPr/>
      <dgm:t>
        <a:bodyPr/>
        <a:lstStyle/>
        <a:p>
          <a:pPr>
            <a:buNone/>
          </a:pPr>
          <a:r>
            <a:rPr lang="en-US" sz="1600" dirty="0"/>
            <a:t>High Stability / High Ambiguity</a:t>
          </a:r>
        </a:p>
      </dgm:t>
    </dgm:pt>
    <dgm:pt modelId="{E3CA00DF-AF34-47FF-AFB1-BDB6E60BF3BA}" type="parTrans" cxnId="{EC94B7CD-15EB-4636-B018-FC06BB3BC68D}">
      <dgm:prSet/>
      <dgm:spPr/>
      <dgm:t>
        <a:bodyPr/>
        <a:lstStyle/>
        <a:p>
          <a:endParaRPr lang="en-US"/>
        </a:p>
      </dgm:t>
    </dgm:pt>
    <dgm:pt modelId="{A3E1458D-D3CA-41FE-950F-37DE721FD21D}" type="sibTrans" cxnId="{EC94B7CD-15EB-4636-B018-FC06BB3BC68D}">
      <dgm:prSet/>
      <dgm:spPr/>
      <dgm:t>
        <a:bodyPr/>
        <a:lstStyle/>
        <a:p>
          <a:endParaRPr lang="en-US"/>
        </a:p>
      </dgm:t>
    </dgm:pt>
    <dgm:pt modelId="{10CE1680-2F22-4133-84DF-B420C02E9FC6}">
      <dgm:prSet custT="1"/>
      <dgm:spPr/>
      <dgm:t>
        <a:bodyPr/>
        <a:lstStyle/>
        <a:p>
          <a:pPr>
            <a:buNone/>
          </a:pPr>
          <a:r>
            <a:rPr lang="en-US" sz="1200" dirty="0"/>
            <a:t>Rules Must Hold</a:t>
          </a:r>
        </a:p>
      </dgm:t>
    </dgm:pt>
    <dgm:pt modelId="{EAB75F94-6B74-4D40-815B-757B563B7D91}" type="parTrans" cxnId="{FED79EE5-027A-4560-9DB4-717335C37CFC}">
      <dgm:prSet/>
      <dgm:spPr/>
      <dgm:t>
        <a:bodyPr/>
        <a:lstStyle/>
        <a:p>
          <a:endParaRPr lang="en-US"/>
        </a:p>
      </dgm:t>
    </dgm:pt>
    <dgm:pt modelId="{3009921E-99B1-4617-A09E-B98E39D8DF98}" type="sibTrans" cxnId="{FED79EE5-027A-4560-9DB4-717335C37CFC}">
      <dgm:prSet/>
      <dgm:spPr/>
      <dgm:t>
        <a:bodyPr/>
        <a:lstStyle/>
        <a:p>
          <a:endParaRPr lang="en-US"/>
        </a:p>
      </dgm:t>
    </dgm:pt>
    <dgm:pt modelId="{7806D8B5-D5E9-4FBC-B147-5CF73AD4BA28}">
      <dgm:prSet custT="1"/>
      <dgm:spPr/>
      <dgm:t>
        <a:bodyPr/>
        <a:lstStyle/>
        <a:p>
          <a:pPr>
            <a:buNone/>
          </a:pPr>
          <a:r>
            <a:rPr lang="en-US" sz="1200" dirty="0"/>
            <a:t>Power Query</a:t>
          </a:r>
        </a:p>
      </dgm:t>
    </dgm:pt>
    <dgm:pt modelId="{95F1318B-C5C8-410E-BFE5-4895AF04D3F9}" type="parTrans" cxnId="{B6951D93-9843-412F-B5AE-29BC9A5EEA84}">
      <dgm:prSet/>
      <dgm:spPr/>
      <dgm:t>
        <a:bodyPr/>
        <a:lstStyle/>
        <a:p>
          <a:endParaRPr lang="en-US"/>
        </a:p>
      </dgm:t>
    </dgm:pt>
    <dgm:pt modelId="{3E660627-B62F-4304-A750-B7BE5358BF06}" type="sibTrans" cxnId="{B6951D93-9843-412F-B5AE-29BC9A5EEA84}">
      <dgm:prSet/>
      <dgm:spPr/>
      <dgm:t>
        <a:bodyPr/>
        <a:lstStyle/>
        <a:p>
          <a:endParaRPr lang="en-US"/>
        </a:p>
      </dgm:t>
    </dgm:pt>
    <dgm:pt modelId="{7C00E67D-9FED-4083-BF25-9403E45D5505}">
      <dgm:prSet custT="1"/>
      <dgm:spPr/>
      <dgm:t>
        <a:bodyPr/>
        <a:lstStyle/>
        <a:p>
          <a:pPr>
            <a:buNone/>
          </a:pPr>
          <a:r>
            <a:rPr lang="en-US" sz="1200" dirty="0"/>
            <a:t>Excel formulas</a:t>
          </a:r>
        </a:p>
      </dgm:t>
    </dgm:pt>
    <dgm:pt modelId="{A7B412A9-B48B-4CA3-82CF-97E389977A9D}" type="parTrans" cxnId="{3F478214-EEDB-4AE6-BC95-3DDFAB521062}">
      <dgm:prSet/>
      <dgm:spPr/>
      <dgm:t>
        <a:bodyPr/>
        <a:lstStyle/>
        <a:p>
          <a:endParaRPr lang="en-US"/>
        </a:p>
      </dgm:t>
    </dgm:pt>
    <dgm:pt modelId="{D7834EF3-4105-4396-8143-9E0672AA1B7B}" type="sibTrans" cxnId="{3F478214-EEDB-4AE6-BC95-3DDFAB521062}">
      <dgm:prSet/>
      <dgm:spPr/>
      <dgm:t>
        <a:bodyPr/>
        <a:lstStyle/>
        <a:p>
          <a:endParaRPr lang="en-US"/>
        </a:p>
      </dgm:t>
    </dgm:pt>
    <dgm:pt modelId="{2AA69AD9-F2AF-4640-BB71-A19E49FCE736}">
      <dgm:prSet custT="1"/>
      <dgm:spPr/>
      <dgm:t>
        <a:bodyPr/>
        <a:lstStyle/>
        <a:p>
          <a:pPr>
            <a:buNone/>
          </a:pPr>
          <a:r>
            <a:rPr lang="en-US" sz="1200" dirty="0"/>
            <a:t>PivotTables</a:t>
          </a:r>
        </a:p>
      </dgm:t>
    </dgm:pt>
    <dgm:pt modelId="{43DC2A57-8A19-4EA6-8204-E0F1534DA1DB}" type="parTrans" cxnId="{B9B3B91F-957C-4E1F-A313-DE2D68E5AD99}">
      <dgm:prSet/>
      <dgm:spPr/>
      <dgm:t>
        <a:bodyPr/>
        <a:lstStyle/>
        <a:p>
          <a:endParaRPr lang="en-US"/>
        </a:p>
      </dgm:t>
    </dgm:pt>
    <dgm:pt modelId="{76AC7CC9-AA14-4EE1-BE86-79E6007D4795}" type="sibTrans" cxnId="{B9B3B91F-957C-4E1F-A313-DE2D68E5AD99}">
      <dgm:prSet/>
      <dgm:spPr/>
      <dgm:t>
        <a:bodyPr/>
        <a:lstStyle/>
        <a:p>
          <a:endParaRPr lang="en-US"/>
        </a:p>
      </dgm:t>
    </dgm:pt>
    <dgm:pt modelId="{8016E82F-BC62-4FA4-A477-B160F3C23734}">
      <dgm:prSet custT="1"/>
      <dgm:spPr/>
      <dgm:t>
        <a:bodyPr/>
        <a:lstStyle/>
        <a:p>
          <a:pPr>
            <a:buNone/>
          </a:pPr>
          <a:r>
            <a:rPr lang="en-US" sz="1200" dirty="0"/>
            <a:t>Data models</a:t>
          </a:r>
        </a:p>
      </dgm:t>
    </dgm:pt>
    <dgm:pt modelId="{E4716F8C-D1E9-48B3-929E-935B97043BEE}" type="parTrans" cxnId="{96D9B3CC-73D6-423D-9D31-C103EA934788}">
      <dgm:prSet/>
      <dgm:spPr/>
      <dgm:t>
        <a:bodyPr/>
        <a:lstStyle/>
        <a:p>
          <a:endParaRPr lang="en-US"/>
        </a:p>
      </dgm:t>
    </dgm:pt>
    <dgm:pt modelId="{6657D44B-B42F-4D69-A33F-B615739F6D2B}" type="sibTrans" cxnId="{96D9B3CC-73D6-423D-9D31-C103EA934788}">
      <dgm:prSet/>
      <dgm:spPr/>
      <dgm:t>
        <a:bodyPr/>
        <a:lstStyle/>
        <a:p>
          <a:endParaRPr lang="en-US"/>
        </a:p>
      </dgm:t>
    </dgm:pt>
    <dgm:pt modelId="{A2AC6AEE-DD21-4841-BCA2-2678269A24A7}">
      <dgm:prSet custT="1"/>
      <dgm:spPr/>
      <dgm:t>
        <a:bodyPr/>
        <a:lstStyle/>
        <a:p>
          <a:pPr>
            <a:buNone/>
          </a:pPr>
          <a:r>
            <a:rPr lang="en-US" sz="1200" dirty="0"/>
            <a:t>Use for:</a:t>
          </a:r>
        </a:p>
      </dgm:t>
    </dgm:pt>
    <dgm:pt modelId="{65679292-6110-453E-AD33-2BC08E32A76A}" type="parTrans" cxnId="{AA9D227C-6948-49B5-B1B5-C72842B9C4B7}">
      <dgm:prSet/>
      <dgm:spPr/>
      <dgm:t>
        <a:bodyPr/>
        <a:lstStyle/>
        <a:p>
          <a:endParaRPr lang="en-US"/>
        </a:p>
      </dgm:t>
    </dgm:pt>
    <dgm:pt modelId="{63C66501-B7F2-4FD4-8296-7A67A3B66C13}" type="sibTrans" cxnId="{AA9D227C-6948-49B5-B1B5-C72842B9C4B7}">
      <dgm:prSet/>
      <dgm:spPr/>
      <dgm:t>
        <a:bodyPr/>
        <a:lstStyle/>
        <a:p>
          <a:endParaRPr lang="en-US"/>
        </a:p>
      </dgm:t>
    </dgm:pt>
    <dgm:pt modelId="{437D1E23-C0DE-4185-AC4C-A46AEDBBB8EB}">
      <dgm:prSet custT="1"/>
      <dgm:spPr/>
      <dgm:t>
        <a:bodyPr/>
        <a:lstStyle/>
        <a:p>
          <a:pPr>
            <a:buNone/>
          </a:pPr>
          <a:r>
            <a:rPr lang="en-US" sz="1200" dirty="0"/>
            <a:t>Monthly reporting</a:t>
          </a:r>
        </a:p>
      </dgm:t>
    </dgm:pt>
    <dgm:pt modelId="{F31911E7-C5E2-4685-BF4C-23DD7D44B0F3}" type="parTrans" cxnId="{865447C6-BA59-471F-958F-D3A9D8326D32}">
      <dgm:prSet/>
      <dgm:spPr/>
      <dgm:t>
        <a:bodyPr/>
        <a:lstStyle/>
        <a:p>
          <a:endParaRPr lang="en-US"/>
        </a:p>
      </dgm:t>
    </dgm:pt>
    <dgm:pt modelId="{8F7B4EAE-A67F-4E3A-9585-5331F5057E4D}" type="sibTrans" cxnId="{865447C6-BA59-471F-958F-D3A9D8326D32}">
      <dgm:prSet/>
      <dgm:spPr/>
      <dgm:t>
        <a:bodyPr/>
        <a:lstStyle/>
        <a:p>
          <a:endParaRPr lang="en-US"/>
        </a:p>
      </dgm:t>
    </dgm:pt>
    <dgm:pt modelId="{83FDAA02-1CC8-4826-AD86-170040C82462}">
      <dgm:prSet custT="1"/>
      <dgm:spPr/>
      <dgm:t>
        <a:bodyPr/>
        <a:lstStyle/>
        <a:p>
          <a:pPr>
            <a:buNone/>
          </a:pPr>
          <a:r>
            <a:rPr lang="en-US" sz="1200" dirty="0"/>
            <a:t>Data cleanup</a:t>
          </a:r>
        </a:p>
      </dgm:t>
    </dgm:pt>
    <dgm:pt modelId="{AE72BF18-08BB-4CAF-959C-04BE5F441A27}" type="parTrans" cxnId="{213FCC9F-EB4D-4491-B043-71C4B2AFCC85}">
      <dgm:prSet/>
      <dgm:spPr/>
      <dgm:t>
        <a:bodyPr/>
        <a:lstStyle/>
        <a:p>
          <a:endParaRPr lang="en-US"/>
        </a:p>
      </dgm:t>
    </dgm:pt>
    <dgm:pt modelId="{E05279D9-652B-446B-9EE4-3053BF7290EC}" type="sibTrans" cxnId="{213FCC9F-EB4D-4491-B043-71C4B2AFCC85}">
      <dgm:prSet/>
      <dgm:spPr/>
      <dgm:t>
        <a:bodyPr/>
        <a:lstStyle/>
        <a:p>
          <a:endParaRPr lang="en-US"/>
        </a:p>
      </dgm:t>
    </dgm:pt>
    <dgm:pt modelId="{5F4299C7-D2A6-4C92-BC31-CD4964F7BA07}">
      <dgm:prSet custT="1"/>
      <dgm:spPr/>
      <dgm:t>
        <a:bodyPr/>
        <a:lstStyle/>
        <a:p>
          <a:pPr>
            <a:buNone/>
          </a:pPr>
          <a:r>
            <a:rPr lang="en-US" sz="1200" dirty="0"/>
            <a:t>Joins and merges</a:t>
          </a:r>
        </a:p>
      </dgm:t>
    </dgm:pt>
    <dgm:pt modelId="{6F9D8B87-EBC7-4F34-B2C8-5B430E797C2D}" type="parTrans" cxnId="{8725AC58-0E37-4D4C-BE0A-D14CE2A63C50}">
      <dgm:prSet/>
      <dgm:spPr/>
      <dgm:t>
        <a:bodyPr/>
        <a:lstStyle/>
        <a:p>
          <a:endParaRPr lang="en-US"/>
        </a:p>
      </dgm:t>
    </dgm:pt>
    <dgm:pt modelId="{585F4D2E-7A1A-45AE-851C-0B709493086C}" type="sibTrans" cxnId="{8725AC58-0E37-4D4C-BE0A-D14CE2A63C50}">
      <dgm:prSet/>
      <dgm:spPr/>
      <dgm:t>
        <a:bodyPr/>
        <a:lstStyle/>
        <a:p>
          <a:endParaRPr lang="en-US"/>
        </a:p>
      </dgm:t>
    </dgm:pt>
    <dgm:pt modelId="{CEF9EE49-D172-4501-A1C8-A8CA52A73021}">
      <dgm:prSet custT="1"/>
      <dgm:spPr/>
      <dgm:t>
        <a:bodyPr/>
        <a:lstStyle/>
        <a:p>
          <a:pPr>
            <a:buNone/>
          </a:pPr>
          <a:r>
            <a:rPr lang="en-US" sz="1200" dirty="0"/>
            <a:t>KPI calculations</a:t>
          </a:r>
        </a:p>
      </dgm:t>
    </dgm:pt>
    <dgm:pt modelId="{5E52583D-49DE-4721-901D-BADDD8B54467}" type="parTrans" cxnId="{A96379C5-4C08-4DD1-8598-FCBA568BEF6D}">
      <dgm:prSet/>
      <dgm:spPr/>
      <dgm:t>
        <a:bodyPr/>
        <a:lstStyle/>
        <a:p>
          <a:endParaRPr lang="en-US"/>
        </a:p>
      </dgm:t>
    </dgm:pt>
    <dgm:pt modelId="{770D79C3-40B3-4F7A-967B-052D59167987}" type="sibTrans" cxnId="{A96379C5-4C08-4DD1-8598-FCBA568BEF6D}">
      <dgm:prSet/>
      <dgm:spPr/>
      <dgm:t>
        <a:bodyPr/>
        <a:lstStyle/>
        <a:p>
          <a:endParaRPr lang="en-US"/>
        </a:p>
      </dgm:t>
    </dgm:pt>
    <dgm:pt modelId="{C648318A-C1F1-450C-A109-E0C6B9CE923B}">
      <dgm:prSet custT="1"/>
      <dgm:spPr/>
      <dgm:t>
        <a:bodyPr/>
        <a:lstStyle/>
        <a:p>
          <a:pPr>
            <a:buNone/>
          </a:pPr>
          <a:r>
            <a:rPr lang="en-US" sz="1200" dirty="0"/>
            <a:t>Judgment Zone</a:t>
          </a:r>
        </a:p>
      </dgm:t>
    </dgm:pt>
    <dgm:pt modelId="{D15130C0-2C8B-4843-84F6-8E8B84E3406B}" type="parTrans" cxnId="{850CF7DC-F8BF-485A-BB6A-763AD4D3F614}">
      <dgm:prSet/>
      <dgm:spPr/>
      <dgm:t>
        <a:bodyPr/>
        <a:lstStyle/>
        <a:p>
          <a:endParaRPr lang="en-US"/>
        </a:p>
      </dgm:t>
    </dgm:pt>
    <dgm:pt modelId="{6D68EC7C-48C9-424C-B83B-7D6D1C92C8A3}" type="sibTrans" cxnId="{850CF7DC-F8BF-485A-BB6A-763AD4D3F614}">
      <dgm:prSet/>
      <dgm:spPr/>
      <dgm:t>
        <a:bodyPr/>
        <a:lstStyle/>
        <a:p>
          <a:endParaRPr lang="en-US"/>
        </a:p>
      </dgm:t>
    </dgm:pt>
    <dgm:pt modelId="{657CD07E-4FFD-41D0-8FB0-CE94B8347324}">
      <dgm:prSet custT="1"/>
      <dgm:spPr/>
      <dgm:t>
        <a:bodyPr/>
        <a:lstStyle/>
        <a:p>
          <a:pPr>
            <a:buNone/>
          </a:pPr>
          <a:r>
            <a:rPr lang="en-US" sz="1200" dirty="0"/>
            <a:t>Human judgment</a:t>
          </a:r>
        </a:p>
      </dgm:t>
    </dgm:pt>
    <dgm:pt modelId="{D2C440FE-678D-439A-8946-253F2C7265CE}" type="parTrans" cxnId="{4DBC7919-E5F8-4E48-8B78-99F3A1DE2DDE}">
      <dgm:prSet/>
      <dgm:spPr/>
      <dgm:t>
        <a:bodyPr/>
        <a:lstStyle/>
        <a:p>
          <a:endParaRPr lang="en-US"/>
        </a:p>
      </dgm:t>
    </dgm:pt>
    <dgm:pt modelId="{E9EDF64A-10FD-49B6-9755-6735659DD4ED}" type="sibTrans" cxnId="{4DBC7919-E5F8-4E48-8B78-99F3A1DE2DDE}">
      <dgm:prSet/>
      <dgm:spPr/>
      <dgm:t>
        <a:bodyPr/>
        <a:lstStyle/>
        <a:p>
          <a:endParaRPr lang="en-US"/>
        </a:p>
      </dgm:t>
    </dgm:pt>
    <dgm:pt modelId="{3E54BB55-C9E0-4D72-A267-39FC6692493A}">
      <dgm:prSet custT="1"/>
      <dgm:spPr/>
      <dgm:t>
        <a:bodyPr/>
        <a:lstStyle/>
        <a:p>
          <a:pPr>
            <a:buNone/>
          </a:pPr>
          <a:r>
            <a:rPr lang="en-US" sz="1200" dirty="0"/>
            <a:t>Excel formulas</a:t>
          </a:r>
        </a:p>
      </dgm:t>
    </dgm:pt>
    <dgm:pt modelId="{4D7F4357-2360-4011-B452-2E287F156683}" type="parTrans" cxnId="{F89733E2-AD92-48D5-AC20-8025526F341B}">
      <dgm:prSet/>
      <dgm:spPr/>
      <dgm:t>
        <a:bodyPr/>
        <a:lstStyle/>
        <a:p>
          <a:endParaRPr lang="en-US"/>
        </a:p>
      </dgm:t>
    </dgm:pt>
    <dgm:pt modelId="{DAE98417-789B-45E8-8444-AFCD43CFE3BF}" type="sibTrans" cxnId="{F89733E2-AD92-48D5-AC20-8025526F341B}">
      <dgm:prSet/>
      <dgm:spPr/>
      <dgm:t>
        <a:bodyPr/>
        <a:lstStyle/>
        <a:p>
          <a:endParaRPr lang="en-US"/>
        </a:p>
      </dgm:t>
    </dgm:pt>
    <dgm:pt modelId="{9A6B4871-C69F-4BA6-A0A1-D5A1292E41E7}">
      <dgm:prSet custT="1"/>
      <dgm:spPr/>
      <dgm:t>
        <a:bodyPr/>
        <a:lstStyle/>
        <a:p>
          <a:pPr>
            <a:buNone/>
          </a:pPr>
          <a:r>
            <a:rPr lang="en-US" sz="1200" dirty="0"/>
            <a:t>Light AI support only</a:t>
          </a:r>
        </a:p>
      </dgm:t>
    </dgm:pt>
    <dgm:pt modelId="{F07F997F-5930-4117-9805-57F574ED0360}" type="parTrans" cxnId="{621D5F9E-67FE-4B94-89EE-E582895C83EB}">
      <dgm:prSet/>
      <dgm:spPr/>
      <dgm:t>
        <a:bodyPr/>
        <a:lstStyle/>
        <a:p>
          <a:endParaRPr lang="en-US"/>
        </a:p>
      </dgm:t>
    </dgm:pt>
    <dgm:pt modelId="{D7391319-DF89-4D9D-A8B2-1B333FAC724F}" type="sibTrans" cxnId="{621D5F9E-67FE-4B94-89EE-E582895C83EB}">
      <dgm:prSet/>
      <dgm:spPr/>
      <dgm:t>
        <a:bodyPr/>
        <a:lstStyle/>
        <a:p>
          <a:endParaRPr lang="en-US"/>
        </a:p>
      </dgm:t>
    </dgm:pt>
    <dgm:pt modelId="{9E53719B-80F1-4AC8-BDBD-DE396AA00C18}">
      <dgm:prSet custT="1"/>
      <dgm:spPr/>
      <dgm:t>
        <a:bodyPr/>
        <a:lstStyle/>
        <a:p>
          <a:pPr>
            <a:buNone/>
          </a:pPr>
          <a:r>
            <a:rPr lang="en-US" sz="1200" dirty="0"/>
            <a:t>Use for:</a:t>
          </a:r>
        </a:p>
      </dgm:t>
    </dgm:pt>
    <dgm:pt modelId="{F9E27403-F319-4657-84F6-BD89922AE496}" type="parTrans" cxnId="{648FA738-DED9-4027-B352-E62F06CCDF69}">
      <dgm:prSet/>
      <dgm:spPr/>
      <dgm:t>
        <a:bodyPr/>
        <a:lstStyle/>
        <a:p>
          <a:endParaRPr lang="en-US"/>
        </a:p>
      </dgm:t>
    </dgm:pt>
    <dgm:pt modelId="{D58814BB-ACE8-4CB3-AEDE-FB36DB40FCA0}" type="sibTrans" cxnId="{648FA738-DED9-4027-B352-E62F06CCDF69}">
      <dgm:prSet/>
      <dgm:spPr/>
      <dgm:t>
        <a:bodyPr/>
        <a:lstStyle/>
        <a:p>
          <a:endParaRPr lang="en-US"/>
        </a:p>
      </dgm:t>
    </dgm:pt>
    <dgm:pt modelId="{A141660C-00FA-4CB5-997B-EFE0286D0F9E}">
      <dgm:prSet custT="1"/>
      <dgm:spPr/>
      <dgm:t>
        <a:bodyPr/>
        <a:lstStyle/>
        <a:p>
          <a:pPr>
            <a:buNone/>
          </a:pPr>
          <a:r>
            <a:rPr lang="en-US" sz="1200" dirty="0"/>
            <a:t>Defining metrics</a:t>
          </a:r>
        </a:p>
      </dgm:t>
    </dgm:pt>
    <dgm:pt modelId="{7EBBAA62-46D5-459F-9DD9-09D4495819E8}" type="parTrans" cxnId="{77110343-4CF1-45C7-B984-303E944F9565}">
      <dgm:prSet/>
      <dgm:spPr/>
      <dgm:t>
        <a:bodyPr/>
        <a:lstStyle/>
        <a:p>
          <a:endParaRPr lang="en-US"/>
        </a:p>
      </dgm:t>
    </dgm:pt>
    <dgm:pt modelId="{CC243D70-6008-4C5C-AB51-96977E87AE9B}" type="sibTrans" cxnId="{77110343-4CF1-45C7-B984-303E944F9565}">
      <dgm:prSet/>
      <dgm:spPr/>
      <dgm:t>
        <a:bodyPr/>
        <a:lstStyle/>
        <a:p>
          <a:endParaRPr lang="en-US"/>
        </a:p>
      </dgm:t>
    </dgm:pt>
    <dgm:pt modelId="{A464E624-7838-46F4-9B47-CAC5CF1489A6}">
      <dgm:prSet custT="1"/>
      <dgm:spPr/>
      <dgm:t>
        <a:bodyPr/>
        <a:lstStyle/>
        <a:p>
          <a:pPr>
            <a:buNone/>
          </a:pPr>
          <a:r>
            <a:rPr lang="en-US" sz="1200" dirty="0"/>
            <a:t>Choosing KPIs</a:t>
          </a:r>
        </a:p>
      </dgm:t>
    </dgm:pt>
    <dgm:pt modelId="{32656F06-655C-4BA1-AC78-D5750AFFF03C}" type="parTrans" cxnId="{FB9BD1EF-BE46-48D1-8C35-62128020742C}">
      <dgm:prSet/>
      <dgm:spPr/>
      <dgm:t>
        <a:bodyPr/>
        <a:lstStyle/>
        <a:p>
          <a:endParaRPr lang="en-US"/>
        </a:p>
      </dgm:t>
    </dgm:pt>
    <dgm:pt modelId="{799C85EA-8C93-4E82-B81D-FEB999921C64}" type="sibTrans" cxnId="{FB9BD1EF-BE46-48D1-8C35-62128020742C}">
      <dgm:prSet/>
      <dgm:spPr/>
      <dgm:t>
        <a:bodyPr/>
        <a:lstStyle/>
        <a:p>
          <a:endParaRPr lang="en-US"/>
        </a:p>
      </dgm:t>
    </dgm:pt>
    <dgm:pt modelId="{BD1C5E38-F030-4589-9984-00FB94350DBA}">
      <dgm:prSet custT="1"/>
      <dgm:spPr/>
      <dgm:t>
        <a:bodyPr/>
        <a:lstStyle/>
        <a:p>
          <a:pPr>
            <a:buNone/>
          </a:pPr>
          <a:r>
            <a:rPr lang="en-US" sz="1200" dirty="0"/>
            <a:t>Business rules</a:t>
          </a:r>
        </a:p>
      </dgm:t>
    </dgm:pt>
    <dgm:pt modelId="{2C2117D9-C78E-4120-A94B-094BE1F4313B}" type="parTrans" cxnId="{411600BF-66DC-4FB2-A8ED-4890EB8A39D2}">
      <dgm:prSet/>
      <dgm:spPr/>
      <dgm:t>
        <a:bodyPr/>
        <a:lstStyle/>
        <a:p>
          <a:endParaRPr lang="en-US"/>
        </a:p>
      </dgm:t>
    </dgm:pt>
    <dgm:pt modelId="{501B192E-2F9F-408A-ABED-C89390BAD545}" type="sibTrans" cxnId="{411600BF-66DC-4FB2-A8ED-4890EB8A39D2}">
      <dgm:prSet/>
      <dgm:spPr/>
      <dgm:t>
        <a:bodyPr/>
        <a:lstStyle/>
        <a:p>
          <a:endParaRPr lang="en-US"/>
        </a:p>
      </dgm:t>
    </dgm:pt>
    <dgm:pt modelId="{5DFD2083-39EF-4225-BD68-910A23613A2D}">
      <dgm:prSet custT="1"/>
      <dgm:spPr/>
      <dgm:t>
        <a:bodyPr/>
        <a:lstStyle/>
        <a:p>
          <a:pPr>
            <a:buNone/>
          </a:pPr>
          <a:r>
            <a:rPr lang="en-US" sz="1200" dirty="0"/>
            <a:t>Interpreting edge cases</a:t>
          </a:r>
        </a:p>
      </dgm:t>
    </dgm:pt>
    <dgm:pt modelId="{A4BD015E-7AE8-488A-A87C-94BC8B9BE29B}" type="parTrans" cxnId="{24E5F3F7-4DFB-43F8-8D4A-A689550AAD53}">
      <dgm:prSet/>
      <dgm:spPr/>
      <dgm:t>
        <a:bodyPr/>
        <a:lstStyle/>
        <a:p>
          <a:endParaRPr lang="en-US"/>
        </a:p>
      </dgm:t>
    </dgm:pt>
    <dgm:pt modelId="{C62E149A-731A-4CF4-B5ED-C279A25A0259}" type="sibTrans" cxnId="{24E5F3F7-4DFB-43F8-8D4A-A689550AAD53}">
      <dgm:prSet/>
      <dgm:spPr/>
      <dgm:t>
        <a:bodyPr/>
        <a:lstStyle/>
        <a:p>
          <a:endParaRPr lang="en-US"/>
        </a:p>
      </dgm:t>
    </dgm:pt>
    <dgm:pt modelId="{49140DBF-276E-445E-8990-A3A8965B17BD}">
      <dgm:prSet custT="1"/>
      <dgm:spPr/>
      <dgm:t>
        <a:bodyPr/>
        <a:lstStyle/>
        <a:p>
          <a:pPr>
            <a:buNone/>
          </a:pPr>
          <a:r>
            <a:rPr lang="en-US" sz="1600" dirty="0"/>
            <a:t>Low Stability / High Ambiguity</a:t>
          </a:r>
        </a:p>
      </dgm:t>
    </dgm:pt>
    <dgm:pt modelId="{AA12DF4F-A1AA-4A92-BF3D-F6DC0675805A}" type="parTrans" cxnId="{33982709-8DF7-4BDE-98C1-D8EBDB68E68E}">
      <dgm:prSet/>
      <dgm:spPr/>
      <dgm:t>
        <a:bodyPr/>
        <a:lstStyle/>
        <a:p>
          <a:endParaRPr lang="en-US"/>
        </a:p>
      </dgm:t>
    </dgm:pt>
    <dgm:pt modelId="{35A39948-92F0-4FD1-BDD5-9018305F4B61}" type="sibTrans" cxnId="{33982709-8DF7-4BDE-98C1-D8EBDB68E68E}">
      <dgm:prSet/>
      <dgm:spPr/>
      <dgm:t>
        <a:bodyPr/>
        <a:lstStyle/>
        <a:p>
          <a:endParaRPr lang="en-US"/>
        </a:p>
      </dgm:t>
    </dgm:pt>
    <dgm:pt modelId="{BACD5F83-8726-4374-BF31-53CF80879573}">
      <dgm:prSet custT="1"/>
      <dgm:spPr/>
      <dgm:t>
        <a:bodyPr/>
        <a:lstStyle/>
        <a:p>
          <a:pPr>
            <a:buNone/>
          </a:pPr>
          <a:r>
            <a:rPr lang="en-US" sz="1200" dirty="0"/>
            <a:t>AI Sweet Spot</a:t>
          </a:r>
        </a:p>
      </dgm:t>
    </dgm:pt>
    <dgm:pt modelId="{58698916-65B9-4654-837F-9B63331033C4}" type="parTrans" cxnId="{BC2CE016-BFCE-435E-B6B8-D7A0C1239F30}">
      <dgm:prSet/>
      <dgm:spPr/>
      <dgm:t>
        <a:bodyPr/>
        <a:lstStyle/>
        <a:p>
          <a:endParaRPr lang="en-US"/>
        </a:p>
      </dgm:t>
    </dgm:pt>
    <dgm:pt modelId="{59DEE2AE-7A9C-49CB-89CB-8371C56F8106}" type="sibTrans" cxnId="{BC2CE016-BFCE-435E-B6B8-D7A0C1239F30}">
      <dgm:prSet/>
      <dgm:spPr/>
      <dgm:t>
        <a:bodyPr/>
        <a:lstStyle/>
        <a:p>
          <a:endParaRPr lang="en-US"/>
        </a:p>
      </dgm:t>
    </dgm:pt>
    <dgm:pt modelId="{C983F635-967C-4604-80DC-EEF0F50A9DD3}">
      <dgm:prSet custT="1"/>
      <dgm:spPr/>
      <dgm:t>
        <a:bodyPr/>
        <a:lstStyle/>
        <a:p>
          <a:pPr>
            <a:buNone/>
          </a:pPr>
          <a:r>
            <a:rPr lang="en-US" sz="1200" dirty="0"/>
            <a:t>Copilot</a:t>
          </a:r>
        </a:p>
      </dgm:t>
    </dgm:pt>
    <dgm:pt modelId="{8A3A514A-F8F6-4F1C-B30B-C1E1CA9BCA11}" type="parTrans" cxnId="{CEC28B48-2136-4C3B-B70F-B169855952BA}">
      <dgm:prSet/>
      <dgm:spPr/>
      <dgm:t>
        <a:bodyPr/>
        <a:lstStyle/>
        <a:p>
          <a:endParaRPr lang="en-US"/>
        </a:p>
      </dgm:t>
    </dgm:pt>
    <dgm:pt modelId="{02324C7F-E8C7-4EA2-8E05-537FBA7C159B}" type="sibTrans" cxnId="{CEC28B48-2136-4C3B-B70F-B169855952BA}">
      <dgm:prSet/>
      <dgm:spPr/>
      <dgm:t>
        <a:bodyPr/>
        <a:lstStyle/>
        <a:p>
          <a:endParaRPr lang="en-US"/>
        </a:p>
      </dgm:t>
    </dgm:pt>
    <dgm:pt modelId="{F5E17985-D46A-42AA-B953-3C2D18AE7EB9}">
      <dgm:prSet custT="1"/>
      <dgm:spPr/>
      <dgm:t>
        <a:bodyPr/>
        <a:lstStyle/>
        <a:p>
          <a:pPr>
            <a:buNone/>
          </a:pPr>
          <a:r>
            <a:rPr lang="en-US" sz="1200" dirty="0"/>
            <a:t>Python in Excel</a:t>
          </a:r>
        </a:p>
      </dgm:t>
    </dgm:pt>
    <dgm:pt modelId="{D495CACC-B14C-4CE4-9A83-BF60B8C19DCD}" type="parTrans" cxnId="{30C79DF1-7DA6-4B8E-B4C5-693DE5B8C3AE}">
      <dgm:prSet/>
      <dgm:spPr/>
      <dgm:t>
        <a:bodyPr/>
        <a:lstStyle/>
        <a:p>
          <a:endParaRPr lang="en-US"/>
        </a:p>
      </dgm:t>
    </dgm:pt>
    <dgm:pt modelId="{2515CDDD-9C21-4A19-8082-66289588ED37}" type="sibTrans" cxnId="{30C79DF1-7DA6-4B8E-B4C5-693DE5B8C3AE}">
      <dgm:prSet/>
      <dgm:spPr/>
      <dgm:t>
        <a:bodyPr/>
        <a:lstStyle/>
        <a:p>
          <a:endParaRPr lang="en-US"/>
        </a:p>
      </dgm:t>
    </dgm:pt>
    <dgm:pt modelId="{010B8E5A-F74F-49B1-89A3-E41D1CE435BC}">
      <dgm:prSet custT="1"/>
      <dgm:spPr/>
      <dgm:t>
        <a:bodyPr/>
        <a:lstStyle/>
        <a:p>
          <a:pPr>
            <a:buNone/>
          </a:pPr>
          <a:r>
            <a:rPr lang="en-US" sz="1200" dirty="0"/>
            <a:t>AI-assisted visuals and narratives</a:t>
          </a:r>
        </a:p>
      </dgm:t>
    </dgm:pt>
    <dgm:pt modelId="{BE88B8E6-34D2-4840-9608-424D0D728723}" type="parTrans" cxnId="{941E81F8-FC0C-40BF-AE23-B6CE646631ED}">
      <dgm:prSet/>
      <dgm:spPr/>
      <dgm:t>
        <a:bodyPr/>
        <a:lstStyle/>
        <a:p>
          <a:endParaRPr lang="en-US"/>
        </a:p>
      </dgm:t>
    </dgm:pt>
    <dgm:pt modelId="{989D2BAE-C179-421F-BB69-EE0619CF2CD6}" type="sibTrans" cxnId="{941E81F8-FC0C-40BF-AE23-B6CE646631ED}">
      <dgm:prSet/>
      <dgm:spPr/>
      <dgm:t>
        <a:bodyPr/>
        <a:lstStyle/>
        <a:p>
          <a:endParaRPr lang="en-US"/>
        </a:p>
      </dgm:t>
    </dgm:pt>
    <dgm:pt modelId="{50072EEF-043E-4357-8743-8B7A073D7023}">
      <dgm:prSet custT="1"/>
      <dgm:spPr/>
      <dgm:t>
        <a:bodyPr/>
        <a:lstStyle/>
        <a:p>
          <a:pPr>
            <a:buNone/>
          </a:pPr>
          <a:r>
            <a:rPr lang="en-US" sz="1200" dirty="0"/>
            <a:t>Use for:</a:t>
          </a:r>
        </a:p>
      </dgm:t>
    </dgm:pt>
    <dgm:pt modelId="{B174ADB2-A50F-4D0F-B5C7-AA8CF971EC67}" type="parTrans" cxnId="{0C70FA9B-06F9-423C-AAE2-E7704E3A2D60}">
      <dgm:prSet/>
      <dgm:spPr/>
      <dgm:t>
        <a:bodyPr/>
        <a:lstStyle/>
        <a:p>
          <a:endParaRPr lang="en-US"/>
        </a:p>
      </dgm:t>
    </dgm:pt>
    <dgm:pt modelId="{2D201A5B-C1C3-4F44-A34A-B0EAEFCFAF6A}" type="sibTrans" cxnId="{0C70FA9B-06F9-423C-AAE2-E7704E3A2D60}">
      <dgm:prSet/>
      <dgm:spPr/>
      <dgm:t>
        <a:bodyPr/>
        <a:lstStyle/>
        <a:p>
          <a:endParaRPr lang="en-US"/>
        </a:p>
      </dgm:t>
    </dgm:pt>
    <dgm:pt modelId="{728C0149-316F-4172-ADB3-2232ECA986FD}">
      <dgm:prSet custT="1"/>
      <dgm:spPr/>
      <dgm:t>
        <a:bodyPr/>
        <a:lstStyle/>
        <a:p>
          <a:pPr>
            <a:buNone/>
          </a:pPr>
          <a:r>
            <a:rPr lang="en-US" sz="1200" dirty="0"/>
            <a:t>Exploratory analysis</a:t>
          </a:r>
        </a:p>
      </dgm:t>
    </dgm:pt>
    <dgm:pt modelId="{DE5B0C70-F88B-4D2E-8DA4-ED3EC5FE7E63}" type="parTrans" cxnId="{D7A85E37-70C4-4AC7-9A16-BAE4CFE16AD1}">
      <dgm:prSet/>
      <dgm:spPr/>
      <dgm:t>
        <a:bodyPr/>
        <a:lstStyle/>
        <a:p>
          <a:endParaRPr lang="en-US"/>
        </a:p>
      </dgm:t>
    </dgm:pt>
    <dgm:pt modelId="{6AAF9A4B-997E-4BAA-B45D-F9D7C4C70133}" type="sibTrans" cxnId="{D7A85E37-70C4-4AC7-9A16-BAE4CFE16AD1}">
      <dgm:prSet/>
      <dgm:spPr/>
      <dgm:t>
        <a:bodyPr/>
        <a:lstStyle/>
        <a:p>
          <a:endParaRPr lang="en-US"/>
        </a:p>
      </dgm:t>
    </dgm:pt>
    <dgm:pt modelId="{5B73E50D-F78C-421B-8F79-A7D80B297DFF}">
      <dgm:prSet custT="1"/>
      <dgm:spPr/>
      <dgm:t>
        <a:bodyPr/>
        <a:lstStyle/>
        <a:p>
          <a:pPr>
            <a:buNone/>
          </a:pPr>
          <a:r>
            <a:rPr lang="en-US" sz="1200" dirty="0"/>
            <a:t>Executive summaries</a:t>
          </a:r>
        </a:p>
      </dgm:t>
    </dgm:pt>
    <dgm:pt modelId="{57A93E02-0A19-4894-B9CA-6FAB69B16B97}" type="parTrans" cxnId="{54D131BD-14A7-4730-86AA-79711FC48D25}">
      <dgm:prSet/>
      <dgm:spPr/>
      <dgm:t>
        <a:bodyPr/>
        <a:lstStyle/>
        <a:p>
          <a:endParaRPr lang="en-US"/>
        </a:p>
      </dgm:t>
    </dgm:pt>
    <dgm:pt modelId="{F53E203C-6C56-423B-A439-3A0BD9BB87BA}" type="sibTrans" cxnId="{54D131BD-14A7-4730-86AA-79711FC48D25}">
      <dgm:prSet/>
      <dgm:spPr/>
      <dgm:t>
        <a:bodyPr/>
        <a:lstStyle/>
        <a:p>
          <a:endParaRPr lang="en-US"/>
        </a:p>
      </dgm:t>
    </dgm:pt>
    <dgm:pt modelId="{EBA4F324-5BEA-4F49-BD07-4CF6F714F74E}">
      <dgm:prSet custT="1"/>
      <dgm:spPr/>
      <dgm:t>
        <a:bodyPr/>
        <a:lstStyle/>
        <a:p>
          <a:pPr>
            <a:buNone/>
          </a:pPr>
          <a:r>
            <a:rPr lang="en-US" sz="1200"/>
            <a:t>Sanity checks</a:t>
          </a:r>
          <a:endParaRPr lang="en-US" sz="1200" dirty="0"/>
        </a:p>
      </dgm:t>
    </dgm:pt>
    <dgm:pt modelId="{89DD677E-ECFE-4316-9A3A-B241F148BE11}" type="parTrans" cxnId="{BCE156D0-0578-45A8-9DF1-473A7903ADA7}">
      <dgm:prSet/>
      <dgm:spPr/>
      <dgm:t>
        <a:bodyPr/>
        <a:lstStyle/>
        <a:p>
          <a:endParaRPr lang="en-US"/>
        </a:p>
      </dgm:t>
    </dgm:pt>
    <dgm:pt modelId="{80D71FFC-FADA-49A5-9FAA-6A78A33AA540}" type="sibTrans" cxnId="{BCE156D0-0578-45A8-9DF1-473A7903ADA7}">
      <dgm:prSet/>
      <dgm:spPr/>
      <dgm:t>
        <a:bodyPr/>
        <a:lstStyle/>
        <a:p>
          <a:endParaRPr lang="en-US"/>
        </a:p>
      </dgm:t>
    </dgm:pt>
    <dgm:pt modelId="{F14BBE9A-E054-49D3-B45D-C7E307A77B94}">
      <dgm:prSet custT="1"/>
      <dgm:spPr/>
      <dgm:t>
        <a:bodyPr/>
        <a:lstStyle/>
        <a:p>
          <a:pPr>
            <a:buNone/>
          </a:pPr>
          <a:r>
            <a:rPr lang="en-US" sz="1600" dirty="0"/>
            <a:t>Low Stability / Low Ambiguity</a:t>
          </a:r>
        </a:p>
      </dgm:t>
    </dgm:pt>
    <dgm:pt modelId="{A8C3F318-BCE8-43A1-BE68-DA45137F9779}" type="parTrans" cxnId="{72A9D224-EA84-424B-ADEC-D0238CEBD801}">
      <dgm:prSet/>
      <dgm:spPr/>
      <dgm:t>
        <a:bodyPr/>
        <a:lstStyle/>
        <a:p>
          <a:endParaRPr lang="en-US"/>
        </a:p>
      </dgm:t>
    </dgm:pt>
    <dgm:pt modelId="{05A94B90-183F-4EC2-A78D-D62D7842BC5A}" type="sibTrans" cxnId="{72A9D224-EA84-424B-ADEC-D0238CEBD801}">
      <dgm:prSet/>
      <dgm:spPr/>
      <dgm:t>
        <a:bodyPr/>
        <a:lstStyle/>
        <a:p>
          <a:endParaRPr lang="en-US"/>
        </a:p>
      </dgm:t>
    </dgm:pt>
    <dgm:pt modelId="{C8B8E74E-991B-4CE1-9F56-A1FBA69C4092}">
      <dgm:prSet custT="1"/>
      <dgm:spPr/>
      <dgm:t>
        <a:bodyPr/>
        <a:lstStyle/>
        <a:p>
          <a:pPr>
            <a:buNone/>
          </a:pPr>
          <a:r>
            <a:rPr lang="en-US" sz="1200" dirty="0"/>
            <a:t>Convenience Zone</a:t>
          </a:r>
        </a:p>
      </dgm:t>
    </dgm:pt>
    <dgm:pt modelId="{2D635028-D3A4-4FA0-9450-2C6B9933B817}" type="parTrans" cxnId="{25DCDD01-61DB-4CFA-9E81-E68D9971B378}">
      <dgm:prSet/>
      <dgm:spPr/>
      <dgm:t>
        <a:bodyPr/>
        <a:lstStyle/>
        <a:p>
          <a:endParaRPr lang="en-US"/>
        </a:p>
      </dgm:t>
    </dgm:pt>
    <dgm:pt modelId="{450258FA-5E48-4E4A-B187-2374825D47C2}" type="sibTrans" cxnId="{25DCDD01-61DB-4CFA-9E81-E68D9971B378}">
      <dgm:prSet/>
      <dgm:spPr/>
      <dgm:t>
        <a:bodyPr/>
        <a:lstStyle/>
        <a:p>
          <a:endParaRPr lang="en-US"/>
        </a:p>
      </dgm:t>
    </dgm:pt>
    <dgm:pt modelId="{90550D8B-57CF-491B-A79F-1A9F599D298F}">
      <dgm:prSet custT="1"/>
      <dgm:spPr/>
      <dgm:t>
        <a:bodyPr/>
        <a:lstStyle/>
        <a:p>
          <a:pPr>
            <a:buNone/>
          </a:pPr>
          <a:r>
            <a:rPr lang="en-US" sz="1200" dirty="0"/>
            <a:t>Either</a:t>
          </a:r>
        </a:p>
      </dgm:t>
    </dgm:pt>
    <dgm:pt modelId="{0C3C5C9A-79D2-401C-A8BB-D7108AED0E2C}" type="parTrans" cxnId="{8601EF3E-CA56-44A5-981D-316CF9C1B6AB}">
      <dgm:prSet/>
      <dgm:spPr/>
      <dgm:t>
        <a:bodyPr/>
        <a:lstStyle/>
        <a:p>
          <a:endParaRPr lang="en-US"/>
        </a:p>
      </dgm:t>
    </dgm:pt>
    <dgm:pt modelId="{96CE4D31-8E33-4AB4-8962-E2C417B2163D}" type="sibTrans" cxnId="{8601EF3E-CA56-44A5-981D-316CF9C1B6AB}">
      <dgm:prSet/>
      <dgm:spPr/>
      <dgm:t>
        <a:bodyPr/>
        <a:lstStyle/>
        <a:p>
          <a:endParaRPr lang="en-US"/>
        </a:p>
      </dgm:t>
    </dgm:pt>
    <dgm:pt modelId="{58BF0758-453D-4772-B613-268FB6C15206}">
      <dgm:prSet custT="1"/>
      <dgm:spPr/>
      <dgm:t>
        <a:bodyPr/>
        <a:lstStyle/>
        <a:p>
          <a:pPr>
            <a:buNone/>
          </a:pPr>
          <a:r>
            <a:rPr lang="en-US" sz="1200" dirty="0"/>
            <a:t>Whatever is fastest</a:t>
          </a:r>
        </a:p>
      </dgm:t>
    </dgm:pt>
    <dgm:pt modelId="{BD574EBA-E90D-4EC1-AFDA-304FDA2508D6}" type="parTrans" cxnId="{E5C092A7-B31E-471F-9C0B-96FAB0917921}">
      <dgm:prSet/>
      <dgm:spPr/>
      <dgm:t>
        <a:bodyPr/>
        <a:lstStyle/>
        <a:p>
          <a:endParaRPr lang="en-US"/>
        </a:p>
      </dgm:t>
    </dgm:pt>
    <dgm:pt modelId="{29467F7A-13BC-46E3-938A-63684082B0AB}" type="sibTrans" cxnId="{E5C092A7-B31E-471F-9C0B-96FAB0917921}">
      <dgm:prSet/>
      <dgm:spPr/>
      <dgm:t>
        <a:bodyPr/>
        <a:lstStyle/>
        <a:p>
          <a:endParaRPr lang="en-US"/>
        </a:p>
      </dgm:t>
    </dgm:pt>
    <dgm:pt modelId="{5C788A7D-2EEB-46F8-A384-B03105809CE1}">
      <dgm:prSet custT="1"/>
      <dgm:spPr/>
      <dgm:t>
        <a:bodyPr/>
        <a:lstStyle/>
        <a:p>
          <a:pPr>
            <a:buNone/>
          </a:pPr>
          <a:r>
            <a:rPr lang="en-US" sz="1200" dirty="0"/>
            <a:t>Use for:</a:t>
          </a:r>
        </a:p>
      </dgm:t>
    </dgm:pt>
    <dgm:pt modelId="{05F573A7-47D0-4878-B3A8-7AF42966DD72}" type="parTrans" cxnId="{64527C77-CECA-44EF-9153-D68621900EC6}">
      <dgm:prSet/>
      <dgm:spPr/>
      <dgm:t>
        <a:bodyPr/>
        <a:lstStyle/>
        <a:p>
          <a:endParaRPr lang="en-US"/>
        </a:p>
      </dgm:t>
    </dgm:pt>
    <dgm:pt modelId="{45C94BE7-BCC5-4B6C-9F2E-11E5E90E348F}" type="sibTrans" cxnId="{64527C77-CECA-44EF-9153-D68621900EC6}">
      <dgm:prSet/>
      <dgm:spPr/>
      <dgm:t>
        <a:bodyPr/>
        <a:lstStyle/>
        <a:p>
          <a:endParaRPr lang="en-US"/>
        </a:p>
      </dgm:t>
    </dgm:pt>
    <dgm:pt modelId="{3AF0692A-A175-4A50-B762-A9636CD3A9BE}">
      <dgm:prSet custT="1"/>
      <dgm:spPr/>
      <dgm:t>
        <a:bodyPr/>
        <a:lstStyle/>
        <a:p>
          <a:pPr>
            <a:buNone/>
          </a:pPr>
          <a:r>
            <a:rPr lang="en-US" sz="1200" dirty="0"/>
            <a:t>One-off tasks</a:t>
          </a:r>
        </a:p>
      </dgm:t>
    </dgm:pt>
    <dgm:pt modelId="{66455312-7BEC-4740-9510-AE19303BDD25}" type="parTrans" cxnId="{8D56A235-06CC-495E-860A-BDD6ECD8626E}">
      <dgm:prSet/>
      <dgm:spPr/>
      <dgm:t>
        <a:bodyPr/>
        <a:lstStyle/>
        <a:p>
          <a:endParaRPr lang="en-US"/>
        </a:p>
      </dgm:t>
    </dgm:pt>
    <dgm:pt modelId="{53E676FE-53E5-4659-9148-3AE98709CECF}" type="sibTrans" cxnId="{8D56A235-06CC-495E-860A-BDD6ECD8626E}">
      <dgm:prSet/>
      <dgm:spPr/>
      <dgm:t>
        <a:bodyPr/>
        <a:lstStyle/>
        <a:p>
          <a:endParaRPr lang="en-US"/>
        </a:p>
      </dgm:t>
    </dgm:pt>
    <dgm:pt modelId="{4EAF7C01-BE31-4729-B4F2-89F11FE6CF3A}">
      <dgm:prSet custT="1"/>
      <dgm:spPr/>
      <dgm:t>
        <a:bodyPr/>
        <a:lstStyle/>
        <a:p>
          <a:pPr>
            <a:buNone/>
          </a:pPr>
          <a:r>
            <a:rPr lang="en-US" sz="1200" dirty="0"/>
            <a:t>Ad hoc checks</a:t>
          </a:r>
        </a:p>
      </dgm:t>
    </dgm:pt>
    <dgm:pt modelId="{2DDA35E9-3E37-4A39-85AD-84DDF6A4BA43}" type="parTrans" cxnId="{CB922D43-2774-4009-B792-C14DB4A01E5C}">
      <dgm:prSet/>
      <dgm:spPr/>
      <dgm:t>
        <a:bodyPr/>
        <a:lstStyle/>
        <a:p>
          <a:endParaRPr lang="en-US"/>
        </a:p>
      </dgm:t>
    </dgm:pt>
    <dgm:pt modelId="{7A297E79-FAA1-4093-9C40-3DB24F453D85}" type="sibTrans" cxnId="{CB922D43-2774-4009-B792-C14DB4A01E5C}">
      <dgm:prSet/>
      <dgm:spPr/>
      <dgm:t>
        <a:bodyPr/>
        <a:lstStyle/>
        <a:p>
          <a:endParaRPr lang="en-US"/>
        </a:p>
      </dgm:t>
    </dgm:pt>
    <dgm:pt modelId="{B2F05F99-E8BF-4A86-99F5-0A254BD77294}">
      <dgm:prSet custT="1"/>
      <dgm:spPr/>
      <dgm:t>
        <a:bodyPr/>
        <a:lstStyle/>
        <a:p>
          <a:pPr>
            <a:buNone/>
          </a:pPr>
          <a:r>
            <a:rPr lang="en-US" sz="1200" dirty="0"/>
            <a:t>Throwaway analysis</a:t>
          </a:r>
        </a:p>
      </dgm:t>
    </dgm:pt>
    <dgm:pt modelId="{3257B9A9-D318-4026-9B42-E3BD4A1035C1}" type="parTrans" cxnId="{76C05BF0-FE33-4804-9BD3-7C76E40509D9}">
      <dgm:prSet/>
      <dgm:spPr/>
      <dgm:t>
        <a:bodyPr/>
        <a:lstStyle/>
        <a:p>
          <a:endParaRPr lang="en-US"/>
        </a:p>
      </dgm:t>
    </dgm:pt>
    <dgm:pt modelId="{53FA75DE-AC06-4D1F-BA1D-6DEF6306F8C5}" type="sibTrans" cxnId="{76C05BF0-FE33-4804-9BD3-7C76E40509D9}">
      <dgm:prSet/>
      <dgm:spPr/>
      <dgm:t>
        <a:bodyPr/>
        <a:lstStyle/>
        <a:p>
          <a:endParaRPr lang="en-US"/>
        </a:p>
      </dgm:t>
    </dgm:pt>
    <dgm:pt modelId="{58880012-F080-4061-BA6C-935363FC14F4}">
      <dgm:prSet custT="1"/>
      <dgm:spPr/>
      <dgm:t>
        <a:bodyPr/>
        <a:lstStyle/>
        <a:p>
          <a:pPr>
            <a:buNone/>
          </a:pPr>
          <a:r>
            <a:rPr lang="en-US" sz="1200"/>
            <a:t>Draft charts</a:t>
          </a:r>
          <a:endParaRPr lang="en-US" sz="1200" dirty="0"/>
        </a:p>
      </dgm:t>
    </dgm:pt>
    <dgm:pt modelId="{C2E15D2C-A1C9-4ABD-B817-FBAD6F06117B}" type="parTrans" cxnId="{33CC8283-3AEC-460E-9CA9-094FB45B7DEE}">
      <dgm:prSet/>
      <dgm:spPr/>
      <dgm:t>
        <a:bodyPr/>
        <a:lstStyle/>
        <a:p>
          <a:endParaRPr lang="en-US"/>
        </a:p>
      </dgm:t>
    </dgm:pt>
    <dgm:pt modelId="{3D07BD62-10FC-4585-8179-F7774E0F9C55}" type="sibTrans" cxnId="{33CC8283-3AEC-460E-9CA9-094FB45B7DEE}">
      <dgm:prSet/>
      <dgm:spPr/>
      <dgm:t>
        <a:bodyPr/>
        <a:lstStyle/>
        <a:p>
          <a:endParaRPr lang="en-US"/>
        </a:p>
      </dgm:t>
    </dgm:pt>
    <dgm:pt modelId="{53AB938B-69A4-49D7-A03A-764B6A7416F0}" type="pres">
      <dgm:prSet presAssocID="{828AA9DB-4ADD-4093-85E7-A747C34BD1F8}" presName="matrix" presStyleCnt="0">
        <dgm:presLayoutVars>
          <dgm:chMax val="1"/>
          <dgm:dir/>
          <dgm:resizeHandles val="exact"/>
        </dgm:presLayoutVars>
      </dgm:prSet>
      <dgm:spPr/>
    </dgm:pt>
    <dgm:pt modelId="{B3FE0B30-E085-4484-B5C5-291F39D445B0}" type="pres">
      <dgm:prSet presAssocID="{828AA9DB-4ADD-4093-85E7-A747C34BD1F8}" presName="axisShape" presStyleLbl="bgShp" presStyleIdx="0" presStyleCnt="1"/>
      <dgm:spPr/>
    </dgm:pt>
    <dgm:pt modelId="{0C52093E-BD99-47A4-8F6B-F567873E82CC}" type="pres">
      <dgm:prSet presAssocID="{828AA9DB-4ADD-4093-85E7-A747C34BD1F8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8BB52DF-2613-46A7-B86D-E8101A1C0B94}" type="pres">
      <dgm:prSet presAssocID="{828AA9DB-4ADD-4093-85E7-A747C34BD1F8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EA819EE-5025-4C5B-A9C5-E6D5030EBBC5}" type="pres">
      <dgm:prSet presAssocID="{828AA9DB-4ADD-4093-85E7-A747C34BD1F8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08E8D4-7336-48EC-9FFB-BEBD6CE3E05E}" type="pres">
      <dgm:prSet presAssocID="{828AA9DB-4ADD-4093-85E7-A747C34BD1F8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FC2C301-8F44-4CD9-995F-F14865EAE433}" type="presOf" srcId="{7806D8B5-D5E9-4FBC-B147-5CF73AD4BA28}" destId="{0C52093E-BD99-47A4-8F6B-F567873E82CC}" srcOrd="0" destOrd="2" presId="urn:microsoft.com/office/officeart/2005/8/layout/matrix2"/>
    <dgm:cxn modelId="{25DCDD01-61DB-4CFA-9E81-E68D9971B378}" srcId="{F14BBE9A-E054-49D3-B45D-C7E307A77B94}" destId="{C8B8E74E-991B-4CE1-9F56-A1FBA69C4092}" srcOrd="0" destOrd="0" parTransId="{2D635028-D3A4-4FA0-9450-2C6B9933B817}" sibTransId="{450258FA-5E48-4E4A-B187-2374825D47C2}"/>
    <dgm:cxn modelId="{FB4FE404-33DB-4512-913B-8DAD5F4B70B3}" type="presOf" srcId="{828AA9DB-4ADD-4093-85E7-A747C34BD1F8}" destId="{53AB938B-69A4-49D7-A03A-764B6A7416F0}" srcOrd="0" destOrd="0" presId="urn:microsoft.com/office/officeart/2005/8/layout/matrix2"/>
    <dgm:cxn modelId="{33982709-8DF7-4BDE-98C1-D8EBDB68E68E}" srcId="{828AA9DB-4ADD-4093-85E7-A747C34BD1F8}" destId="{49140DBF-276E-445E-8990-A3A8965B17BD}" srcOrd="2" destOrd="0" parTransId="{AA12DF4F-A1AA-4A92-BF3D-F6DC0675805A}" sibTransId="{35A39948-92F0-4FD1-BDD5-9018305F4B61}"/>
    <dgm:cxn modelId="{E53B2E0B-1001-4D4F-8AB4-A428B9C53ED5}" type="presOf" srcId="{EBA4F324-5BEA-4F49-BD07-4CF6F714F74E}" destId="{6EA819EE-5025-4C5B-A9C5-E6D5030EBBC5}" srcOrd="0" destOrd="9" presId="urn:microsoft.com/office/officeart/2005/8/layout/matrix2"/>
    <dgm:cxn modelId="{2764730B-FF95-43CA-BBF4-3B314D4A50CD}" type="presOf" srcId="{3E54BB55-C9E0-4D72-A267-39FC6692493A}" destId="{48BB52DF-2613-46A7-B86D-E8101A1C0B94}" srcOrd="0" destOrd="3" presId="urn:microsoft.com/office/officeart/2005/8/layout/matrix2"/>
    <dgm:cxn modelId="{3F478214-EEDB-4AE6-BC95-3DDFAB521062}" srcId="{10CE1680-2F22-4133-84DF-B420C02E9FC6}" destId="{7C00E67D-9FED-4083-BF25-9403E45D5505}" srcOrd="1" destOrd="0" parTransId="{A7B412A9-B48B-4CA3-82CF-97E389977A9D}" sibTransId="{D7834EF3-4105-4396-8143-9E0672AA1B7B}"/>
    <dgm:cxn modelId="{BC2CE016-BFCE-435E-B6B8-D7A0C1239F30}" srcId="{49140DBF-276E-445E-8990-A3A8965B17BD}" destId="{BACD5F83-8726-4374-BF31-53CF80879573}" srcOrd="0" destOrd="0" parTransId="{58698916-65B9-4654-837F-9B63331033C4}" sibTransId="{59DEE2AE-7A9C-49CB-89CB-8371C56F8106}"/>
    <dgm:cxn modelId="{14301818-719C-4B53-8ADF-159B9CBF129B}" type="presOf" srcId="{9A6B4871-C69F-4BA6-A0A1-D5A1292E41E7}" destId="{48BB52DF-2613-46A7-B86D-E8101A1C0B94}" srcOrd="0" destOrd="4" presId="urn:microsoft.com/office/officeart/2005/8/layout/matrix2"/>
    <dgm:cxn modelId="{4DBC7919-E5F8-4E48-8B78-99F3A1DE2DDE}" srcId="{C648318A-C1F1-450C-A109-E0C6B9CE923B}" destId="{657CD07E-4FFD-41D0-8FB0-CE94B8347324}" srcOrd="0" destOrd="0" parTransId="{D2C440FE-678D-439A-8946-253F2C7265CE}" sibTransId="{E9EDF64A-10FD-49B6-9755-6735659DD4ED}"/>
    <dgm:cxn modelId="{1BA6EF1B-7B59-4421-A1D1-DA1A249222AF}" type="presOf" srcId="{10CE1680-2F22-4133-84DF-B420C02E9FC6}" destId="{0C52093E-BD99-47A4-8F6B-F567873E82CC}" srcOrd="0" destOrd="1" presId="urn:microsoft.com/office/officeart/2005/8/layout/matrix2"/>
    <dgm:cxn modelId="{890F3C1C-15E9-4595-B378-375E002C41D4}" type="presOf" srcId="{A2AC6AEE-DD21-4841-BCA2-2678269A24A7}" destId="{0C52093E-BD99-47A4-8F6B-F567873E82CC}" srcOrd="0" destOrd="6" presId="urn:microsoft.com/office/officeart/2005/8/layout/matrix2"/>
    <dgm:cxn modelId="{2E969A1C-EE00-4E8C-BDE7-C538FC6B9036}" type="presOf" srcId="{C8B8E74E-991B-4CE1-9F56-A1FBA69C4092}" destId="{AF08E8D4-7336-48EC-9FFB-BEBD6CE3E05E}" srcOrd="0" destOrd="1" presId="urn:microsoft.com/office/officeart/2005/8/layout/matrix2"/>
    <dgm:cxn modelId="{B9B3B91F-957C-4E1F-A313-DE2D68E5AD99}" srcId="{10CE1680-2F22-4133-84DF-B420C02E9FC6}" destId="{2AA69AD9-F2AF-4640-BB71-A19E49FCE736}" srcOrd="2" destOrd="0" parTransId="{43DC2A57-8A19-4EA6-8204-E0F1534DA1DB}" sibTransId="{76AC7CC9-AA14-4EE1-BE86-79E6007D4795}"/>
    <dgm:cxn modelId="{72A9D224-EA84-424B-ADEC-D0238CEBD801}" srcId="{828AA9DB-4ADD-4093-85E7-A747C34BD1F8}" destId="{F14BBE9A-E054-49D3-B45D-C7E307A77B94}" srcOrd="3" destOrd="0" parTransId="{A8C3F318-BCE8-43A1-BE68-DA45137F9779}" sibTransId="{05A94B90-183F-4EC2-A78D-D62D7842BC5A}"/>
    <dgm:cxn modelId="{31038633-4001-463B-8972-9F962C57A0DC}" type="presOf" srcId="{9E53719B-80F1-4AC8-BDBD-DE396AA00C18}" destId="{48BB52DF-2613-46A7-B86D-E8101A1C0B94}" srcOrd="0" destOrd="5" presId="urn:microsoft.com/office/officeart/2005/8/layout/matrix2"/>
    <dgm:cxn modelId="{8D56A235-06CC-495E-860A-BDD6ECD8626E}" srcId="{5C788A7D-2EEB-46F8-A384-B03105809CE1}" destId="{3AF0692A-A175-4A50-B762-A9636CD3A9BE}" srcOrd="0" destOrd="0" parTransId="{66455312-7BEC-4740-9510-AE19303BDD25}" sibTransId="{53E676FE-53E5-4659-9148-3AE98709CECF}"/>
    <dgm:cxn modelId="{D7A85E37-70C4-4AC7-9A16-BAE4CFE16AD1}" srcId="{50072EEF-043E-4357-8743-8B7A073D7023}" destId="{728C0149-316F-4172-ADB3-2232ECA986FD}" srcOrd="0" destOrd="0" parTransId="{DE5B0C70-F88B-4D2E-8DA4-ED3EC5FE7E63}" sibTransId="{6AAF9A4B-997E-4BAA-B45D-F9D7C4C70133}"/>
    <dgm:cxn modelId="{648FA738-DED9-4027-B352-E62F06CCDF69}" srcId="{58C2DE00-38EA-4DEE-BE2A-7381C5548DF2}" destId="{9E53719B-80F1-4AC8-BDBD-DE396AA00C18}" srcOrd="1" destOrd="0" parTransId="{F9E27403-F319-4657-84F6-BD89922AE496}" sibTransId="{D58814BB-ACE8-4CB3-AEDE-FB36DB40FCA0}"/>
    <dgm:cxn modelId="{8601EF3E-CA56-44A5-981D-316CF9C1B6AB}" srcId="{C8B8E74E-991B-4CE1-9F56-A1FBA69C4092}" destId="{90550D8B-57CF-491B-A79F-1A9F599D298F}" srcOrd="0" destOrd="0" parTransId="{0C3C5C9A-79D2-401C-A8BB-D7108AED0E2C}" sibTransId="{96CE4D31-8E33-4AB4-8962-E2C417B2163D}"/>
    <dgm:cxn modelId="{DD97CE42-1711-421D-BF99-8A93D9ADAB06}" type="presOf" srcId="{C983F635-967C-4604-80DC-EEF0F50A9DD3}" destId="{6EA819EE-5025-4C5B-A9C5-E6D5030EBBC5}" srcOrd="0" destOrd="2" presId="urn:microsoft.com/office/officeart/2005/8/layout/matrix2"/>
    <dgm:cxn modelId="{4D4ED242-66AC-456B-B4DE-2059B4369F2E}" srcId="{828AA9DB-4ADD-4093-85E7-A747C34BD1F8}" destId="{5ED3FEBE-7216-48D0-BCEF-1559C482968E}" srcOrd="0" destOrd="0" parTransId="{2079A9B1-DE1D-4784-8586-0349FB596385}" sibTransId="{1A39AADB-B772-49F1-9F4B-526E40C4B2C6}"/>
    <dgm:cxn modelId="{77110343-4CF1-45C7-B984-303E944F9565}" srcId="{9E53719B-80F1-4AC8-BDBD-DE396AA00C18}" destId="{A141660C-00FA-4CB5-997B-EFE0286D0F9E}" srcOrd="0" destOrd="0" parTransId="{7EBBAA62-46D5-459F-9DD9-09D4495819E8}" sibTransId="{CC243D70-6008-4C5C-AB51-96977E87AE9B}"/>
    <dgm:cxn modelId="{CB922D43-2774-4009-B792-C14DB4A01E5C}" srcId="{5C788A7D-2EEB-46F8-A384-B03105809CE1}" destId="{4EAF7C01-BE31-4729-B4F2-89F11FE6CF3A}" srcOrd="1" destOrd="0" parTransId="{2DDA35E9-3E37-4A39-85AD-84DDF6A4BA43}" sibTransId="{7A297E79-FAA1-4093-9C40-3DB24F453D85}"/>
    <dgm:cxn modelId="{5FDBFA45-1C24-4BB4-B375-DBCB617B5395}" type="presOf" srcId="{90550D8B-57CF-491B-A79F-1A9F599D298F}" destId="{AF08E8D4-7336-48EC-9FFB-BEBD6CE3E05E}" srcOrd="0" destOrd="2" presId="urn:microsoft.com/office/officeart/2005/8/layout/matrix2"/>
    <dgm:cxn modelId="{8133E067-0171-42D6-B3DE-CC226F0A8969}" type="presOf" srcId="{5B73E50D-F78C-421B-8F79-A7D80B297DFF}" destId="{6EA819EE-5025-4C5B-A9C5-E6D5030EBBC5}" srcOrd="0" destOrd="8" presId="urn:microsoft.com/office/officeart/2005/8/layout/matrix2"/>
    <dgm:cxn modelId="{0E7C4E68-8F64-4B30-983C-EF81E9BDF133}" type="presOf" srcId="{49140DBF-276E-445E-8990-A3A8965B17BD}" destId="{6EA819EE-5025-4C5B-A9C5-E6D5030EBBC5}" srcOrd="0" destOrd="0" presId="urn:microsoft.com/office/officeart/2005/8/layout/matrix2"/>
    <dgm:cxn modelId="{CEC28B48-2136-4C3B-B70F-B169855952BA}" srcId="{BACD5F83-8726-4374-BF31-53CF80879573}" destId="{C983F635-967C-4604-80DC-EEF0F50A9DD3}" srcOrd="0" destOrd="0" parTransId="{8A3A514A-F8F6-4F1C-B30B-C1E1CA9BCA11}" sibTransId="{02324C7F-E8C7-4EA2-8E05-537FBA7C159B}"/>
    <dgm:cxn modelId="{6B7F5469-3199-4518-8A3D-EE95A8473965}" type="presOf" srcId="{A141660C-00FA-4CB5-997B-EFE0286D0F9E}" destId="{48BB52DF-2613-46A7-B86D-E8101A1C0B94}" srcOrd="0" destOrd="6" presId="urn:microsoft.com/office/officeart/2005/8/layout/matrix2"/>
    <dgm:cxn modelId="{E9CB986D-0909-4796-9EBC-152F8B303849}" type="presOf" srcId="{58BF0758-453D-4772-B613-268FB6C15206}" destId="{AF08E8D4-7336-48EC-9FFB-BEBD6CE3E05E}" srcOrd="0" destOrd="3" presId="urn:microsoft.com/office/officeart/2005/8/layout/matrix2"/>
    <dgm:cxn modelId="{9086644E-D4B8-4EAA-AF50-2B09C19DB54E}" type="presOf" srcId="{58C2DE00-38EA-4DEE-BE2A-7381C5548DF2}" destId="{48BB52DF-2613-46A7-B86D-E8101A1C0B94}" srcOrd="0" destOrd="0" presId="urn:microsoft.com/office/officeart/2005/8/layout/matrix2"/>
    <dgm:cxn modelId="{7249A36E-BC83-4FD6-88B7-1DFB028AEE2D}" type="presOf" srcId="{5ED3FEBE-7216-48D0-BCEF-1559C482968E}" destId="{0C52093E-BD99-47A4-8F6B-F567873E82CC}" srcOrd="0" destOrd="0" presId="urn:microsoft.com/office/officeart/2005/8/layout/matrix2"/>
    <dgm:cxn modelId="{45CD0171-705E-4B12-A312-A0B25176CBEC}" type="presOf" srcId="{BD1C5E38-F030-4589-9984-00FB94350DBA}" destId="{48BB52DF-2613-46A7-B86D-E8101A1C0B94}" srcOrd="0" destOrd="8" presId="urn:microsoft.com/office/officeart/2005/8/layout/matrix2"/>
    <dgm:cxn modelId="{A28A9454-D872-4CC0-822F-4B997F52D338}" type="presOf" srcId="{BACD5F83-8726-4374-BF31-53CF80879573}" destId="{6EA819EE-5025-4C5B-A9C5-E6D5030EBBC5}" srcOrd="0" destOrd="1" presId="urn:microsoft.com/office/officeart/2005/8/layout/matrix2"/>
    <dgm:cxn modelId="{64527C77-CECA-44EF-9153-D68621900EC6}" srcId="{F14BBE9A-E054-49D3-B45D-C7E307A77B94}" destId="{5C788A7D-2EEB-46F8-A384-B03105809CE1}" srcOrd="1" destOrd="0" parTransId="{05F573A7-47D0-4878-B3A8-7AF42966DD72}" sibTransId="{45C94BE7-BCC5-4B6C-9F2E-11E5E90E348F}"/>
    <dgm:cxn modelId="{8725AC58-0E37-4D4C-BE0A-D14CE2A63C50}" srcId="{A2AC6AEE-DD21-4841-BCA2-2678269A24A7}" destId="{5F4299C7-D2A6-4C92-BC31-CD4964F7BA07}" srcOrd="2" destOrd="0" parTransId="{6F9D8B87-EBC7-4F34-B2C8-5B430E797C2D}" sibTransId="{585F4D2E-7A1A-45AE-851C-0B709493086C}"/>
    <dgm:cxn modelId="{B91E6759-1293-4117-8437-34DC155BA496}" type="presOf" srcId="{4EAF7C01-BE31-4729-B4F2-89F11FE6CF3A}" destId="{AF08E8D4-7336-48EC-9FFB-BEBD6CE3E05E}" srcOrd="0" destOrd="6" presId="urn:microsoft.com/office/officeart/2005/8/layout/matrix2"/>
    <dgm:cxn modelId="{7B07105A-E92B-4886-B05B-FE5976DA8BC5}" type="presOf" srcId="{657CD07E-4FFD-41D0-8FB0-CE94B8347324}" destId="{48BB52DF-2613-46A7-B86D-E8101A1C0B94}" srcOrd="0" destOrd="2" presId="urn:microsoft.com/office/officeart/2005/8/layout/matrix2"/>
    <dgm:cxn modelId="{A328AC5A-05ED-40B3-9842-92D4A29E67E9}" type="presOf" srcId="{8016E82F-BC62-4FA4-A477-B160F3C23734}" destId="{0C52093E-BD99-47A4-8F6B-F567873E82CC}" srcOrd="0" destOrd="5" presId="urn:microsoft.com/office/officeart/2005/8/layout/matrix2"/>
    <dgm:cxn modelId="{AA9D227C-6948-49B5-B1B5-C72842B9C4B7}" srcId="{5ED3FEBE-7216-48D0-BCEF-1559C482968E}" destId="{A2AC6AEE-DD21-4841-BCA2-2678269A24A7}" srcOrd="1" destOrd="0" parTransId="{65679292-6110-453E-AD33-2BC08E32A76A}" sibTransId="{63C66501-B7F2-4FD4-8296-7A67A3B66C13}"/>
    <dgm:cxn modelId="{B877DC7D-50EC-4FB7-A68D-78B90F04B0DE}" type="presOf" srcId="{437D1E23-C0DE-4185-AC4C-A46AEDBBB8EB}" destId="{0C52093E-BD99-47A4-8F6B-F567873E82CC}" srcOrd="0" destOrd="7" presId="urn:microsoft.com/office/officeart/2005/8/layout/matrix2"/>
    <dgm:cxn modelId="{16344680-DA5A-4191-B050-CBCAC4A8B32F}" type="presOf" srcId="{5F4299C7-D2A6-4C92-BC31-CD4964F7BA07}" destId="{0C52093E-BD99-47A4-8F6B-F567873E82CC}" srcOrd="0" destOrd="9" presId="urn:microsoft.com/office/officeart/2005/8/layout/matrix2"/>
    <dgm:cxn modelId="{33CC8283-3AEC-460E-9CA9-094FB45B7DEE}" srcId="{50072EEF-043E-4357-8743-8B7A073D7023}" destId="{58880012-F080-4061-BA6C-935363FC14F4}" srcOrd="1" destOrd="0" parTransId="{C2E15D2C-A1C9-4ABD-B817-FBAD6F06117B}" sibTransId="{3D07BD62-10FC-4585-8179-F7774E0F9C55}"/>
    <dgm:cxn modelId="{FE277C88-FBAF-4A49-B804-3AB0BF653528}" type="presOf" srcId="{B2F05F99-E8BF-4A86-99F5-0A254BD77294}" destId="{AF08E8D4-7336-48EC-9FFB-BEBD6CE3E05E}" srcOrd="0" destOrd="7" presId="urn:microsoft.com/office/officeart/2005/8/layout/matrix2"/>
    <dgm:cxn modelId="{249C4A8E-8335-47ED-84DD-B0A4F59E4F72}" type="presOf" srcId="{C648318A-C1F1-450C-A109-E0C6B9CE923B}" destId="{48BB52DF-2613-46A7-B86D-E8101A1C0B94}" srcOrd="0" destOrd="1" presId="urn:microsoft.com/office/officeart/2005/8/layout/matrix2"/>
    <dgm:cxn modelId="{D625EB8E-F60E-417D-A16D-0B253745D722}" type="presOf" srcId="{A464E624-7838-46F4-9B47-CAC5CF1489A6}" destId="{48BB52DF-2613-46A7-B86D-E8101A1C0B94}" srcOrd="0" destOrd="7" presId="urn:microsoft.com/office/officeart/2005/8/layout/matrix2"/>
    <dgm:cxn modelId="{B6951D93-9843-412F-B5AE-29BC9A5EEA84}" srcId="{10CE1680-2F22-4133-84DF-B420C02E9FC6}" destId="{7806D8B5-D5E9-4FBC-B147-5CF73AD4BA28}" srcOrd="0" destOrd="0" parTransId="{95F1318B-C5C8-410E-BFE5-4895AF04D3F9}" sibTransId="{3E660627-B62F-4304-A750-B7BE5358BF06}"/>
    <dgm:cxn modelId="{29B58A94-5947-46AB-BC11-1706CFA8953B}" type="presOf" srcId="{728C0149-316F-4172-ADB3-2232ECA986FD}" destId="{6EA819EE-5025-4C5B-A9C5-E6D5030EBBC5}" srcOrd="0" destOrd="6" presId="urn:microsoft.com/office/officeart/2005/8/layout/matrix2"/>
    <dgm:cxn modelId="{64D5E298-23B0-49A7-8A6F-0AD7AE99596C}" type="presOf" srcId="{5C788A7D-2EEB-46F8-A384-B03105809CE1}" destId="{AF08E8D4-7336-48EC-9FFB-BEBD6CE3E05E}" srcOrd="0" destOrd="4" presId="urn:microsoft.com/office/officeart/2005/8/layout/matrix2"/>
    <dgm:cxn modelId="{0C70FA9B-06F9-423C-AAE2-E7704E3A2D60}" srcId="{49140DBF-276E-445E-8990-A3A8965B17BD}" destId="{50072EEF-043E-4357-8743-8B7A073D7023}" srcOrd="1" destOrd="0" parTransId="{B174ADB2-A50F-4D0F-B5C7-AA8CF971EC67}" sibTransId="{2D201A5B-C1C3-4F44-A34A-B0EAEFCFAF6A}"/>
    <dgm:cxn modelId="{621D5F9E-67FE-4B94-89EE-E582895C83EB}" srcId="{C648318A-C1F1-450C-A109-E0C6B9CE923B}" destId="{9A6B4871-C69F-4BA6-A0A1-D5A1292E41E7}" srcOrd="2" destOrd="0" parTransId="{F07F997F-5930-4117-9805-57F574ED0360}" sibTransId="{D7391319-DF89-4D9D-A8B2-1B333FAC724F}"/>
    <dgm:cxn modelId="{213FCC9F-EB4D-4491-B043-71C4B2AFCC85}" srcId="{A2AC6AEE-DD21-4841-BCA2-2678269A24A7}" destId="{83FDAA02-1CC8-4826-AD86-170040C82462}" srcOrd="1" destOrd="0" parTransId="{AE72BF18-08BB-4CAF-959C-04BE5F441A27}" sibTransId="{E05279D9-652B-446B-9EE4-3053BF7290EC}"/>
    <dgm:cxn modelId="{E5C092A7-B31E-471F-9C0B-96FAB0917921}" srcId="{C8B8E74E-991B-4CE1-9F56-A1FBA69C4092}" destId="{58BF0758-453D-4772-B613-268FB6C15206}" srcOrd="1" destOrd="0" parTransId="{BD574EBA-E90D-4EC1-AFDA-304FDA2508D6}" sibTransId="{29467F7A-13BC-46E3-938A-63684082B0AB}"/>
    <dgm:cxn modelId="{A70FE2AA-20D8-49BE-8EAF-1298D3757E5F}" type="presOf" srcId="{F5E17985-D46A-42AA-B953-3C2D18AE7EB9}" destId="{6EA819EE-5025-4C5B-A9C5-E6D5030EBBC5}" srcOrd="0" destOrd="3" presId="urn:microsoft.com/office/officeart/2005/8/layout/matrix2"/>
    <dgm:cxn modelId="{AE9CD3AF-97B0-4BAE-91D8-F1A46B07D6A8}" type="presOf" srcId="{2AA69AD9-F2AF-4640-BB71-A19E49FCE736}" destId="{0C52093E-BD99-47A4-8F6B-F567873E82CC}" srcOrd="0" destOrd="4" presId="urn:microsoft.com/office/officeart/2005/8/layout/matrix2"/>
    <dgm:cxn modelId="{E64010B0-D6BB-4378-A4AE-F1A6E19882C4}" type="presOf" srcId="{3AF0692A-A175-4A50-B762-A9636CD3A9BE}" destId="{AF08E8D4-7336-48EC-9FFB-BEBD6CE3E05E}" srcOrd="0" destOrd="5" presId="urn:microsoft.com/office/officeart/2005/8/layout/matrix2"/>
    <dgm:cxn modelId="{AEEB29B3-9DF6-4CE2-B765-C2DF60BCBFD7}" type="presOf" srcId="{010B8E5A-F74F-49B1-89A3-E41D1CE435BC}" destId="{6EA819EE-5025-4C5B-A9C5-E6D5030EBBC5}" srcOrd="0" destOrd="4" presId="urn:microsoft.com/office/officeart/2005/8/layout/matrix2"/>
    <dgm:cxn modelId="{38B6CEB4-BCB2-441D-BDB0-C2E00EF27461}" type="presOf" srcId="{7C00E67D-9FED-4083-BF25-9403E45D5505}" destId="{0C52093E-BD99-47A4-8F6B-F567873E82CC}" srcOrd="0" destOrd="3" presId="urn:microsoft.com/office/officeart/2005/8/layout/matrix2"/>
    <dgm:cxn modelId="{54D131BD-14A7-4730-86AA-79711FC48D25}" srcId="{50072EEF-043E-4357-8743-8B7A073D7023}" destId="{5B73E50D-F78C-421B-8F79-A7D80B297DFF}" srcOrd="2" destOrd="0" parTransId="{57A93E02-0A19-4894-B9CA-6FAB69B16B97}" sibTransId="{F53E203C-6C56-423B-A439-3A0BD9BB87BA}"/>
    <dgm:cxn modelId="{411600BF-66DC-4FB2-A8ED-4890EB8A39D2}" srcId="{9E53719B-80F1-4AC8-BDBD-DE396AA00C18}" destId="{BD1C5E38-F030-4589-9984-00FB94350DBA}" srcOrd="2" destOrd="0" parTransId="{2C2117D9-C78E-4120-A94B-094BE1F4313B}" sibTransId="{501B192E-2F9F-408A-ABED-C89390BAD545}"/>
    <dgm:cxn modelId="{A96379C5-4C08-4DD1-8598-FCBA568BEF6D}" srcId="{A2AC6AEE-DD21-4841-BCA2-2678269A24A7}" destId="{CEF9EE49-D172-4501-A1C8-A8CA52A73021}" srcOrd="3" destOrd="0" parTransId="{5E52583D-49DE-4721-901D-BADDD8B54467}" sibTransId="{770D79C3-40B3-4F7A-967B-052D59167987}"/>
    <dgm:cxn modelId="{865447C6-BA59-471F-958F-D3A9D8326D32}" srcId="{A2AC6AEE-DD21-4841-BCA2-2678269A24A7}" destId="{437D1E23-C0DE-4185-AC4C-A46AEDBBB8EB}" srcOrd="0" destOrd="0" parTransId="{F31911E7-C5E2-4685-BF4C-23DD7D44B0F3}" sibTransId="{8F7B4EAE-A67F-4E3A-9585-5331F5057E4D}"/>
    <dgm:cxn modelId="{96D9B3CC-73D6-423D-9D31-C103EA934788}" srcId="{10CE1680-2F22-4133-84DF-B420C02E9FC6}" destId="{8016E82F-BC62-4FA4-A477-B160F3C23734}" srcOrd="3" destOrd="0" parTransId="{E4716F8C-D1E9-48B3-929E-935B97043BEE}" sibTransId="{6657D44B-B42F-4D69-A33F-B615739F6D2B}"/>
    <dgm:cxn modelId="{EC94B7CD-15EB-4636-B018-FC06BB3BC68D}" srcId="{828AA9DB-4ADD-4093-85E7-A747C34BD1F8}" destId="{58C2DE00-38EA-4DEE-BE2A-7381C5548DF2}" srcOrd="1" destOrd="0" parTransId="{E3CA00DF-AF34-47FF-AFB1-BDB6E60BF3BA}" sibTransId="{A3E1458D-D3CA-41FE-950F-37DE721FD21D}"/>
    <dgm:cxn modelId="{BCE156D0-0578-45A8-9DF1-473A7903ADA7}" srcId="{50072EEF-043E-4357-8743-8B7A073D7023}" destId="{EBA4F324-5BEA-4F49-BD07-4CF6F714F74E}" srcOrd="3" destOrd="0" parTransId="{89DD677E-ECFE-4316-9A3A-B241F148BE11}" sibTransId="{80D71FFC-FADA-49A5-9FAA-6A78A33AA540}"/>
    <dgm:cxn modelId="{A73293D0-7CC8-4CF8-A74B-AEE6A1494ADC}" type="presOf" srcId="{58880012-F080-4061-BA6C-935363FC14F4}" destId="{6EA819EE-5025-4C5B-A9C5-E6D5030EBBC5}" srcOrd="0" destOrd="7" presId="urn:microsoft.com/office/officeart/2005/8/layout/matrix2"/>
    <dgm:cxn modelId="{4B1484D8-D3E9-4D85-ACAE-486598223F07}" type="presOf" srcId="{50072EEF-043E-4357-8743-8B7A073D7023}" destId="{6EA819EE-5025-4C5B-A9C5-E6D5030EBBC5}" srcOrd="0" destOrd="5" presId="urn:microsoft.com/office/officeart/2005/8/layout/matrix2"/>
    <dgm:cxn modelId="{5FB8B1D8-97DA-4228-95B4-7F9FDDCAE040}" type="presOf" srcId="{F14BBE9A-E054-49D3-B45D-C7E307A77B94}" destId="{AF08E8D4-7336-48EC-9FFB-BEBD6CE3E05E}" srcOrd="0" destOrd="0" presId="urn:microsoft.com/office/officeart/2005/8/layout/matrix2"/>
    <dgm:cxn modelId="{850CF7DC-F8BF-485A-BB6A-763AD4D3F614}" srcId="{58C2DE00-38EA-4DEE-BE2A-7381C5548DF2}" destId="{C648318A-C1F1-450C-A109-E0C6B9CE923B}" srcOrd="0" destOrd="0" parTransId="{D15130C0-2C8B-4843-84F6-8E8B84E3406B}" sibTransId="{6D68EC7C-48C9-424C-B83B-7D6D1C92C8A3}"/>
    <dgm:cxn modelId="{759E5BDF-E05C-4931-9848-D6CEF2F7C559}" type="presOf" srcId="{83FDAA02-1CC8-4826-AD86-170040C82462}" destId="{0C52093E-BD99-47A4-8F6B-F567873E82CC}" srcOrd="0" destOrd="8" presId="urn:microsoft.com/office/officeart/2005/8/layout/matrix2"/>
    <dgm:cxn modelId="{F89733E2-AD92-48D5-AC20-8025526F341B}" srcId="{C648318A-C1F1-450C-A109-E0C6B9CE923B}" destId="{3E54BB55-C9E0-4D72-A267-39FC6692493A}" srcOrd="1" destOrd="0" parTransId="{4D7F4357-2360-4011-B452-2E287F156683}" sibTransId="{DAE98417-789B-45E8-8444-AFCD43CFE3BF}"/>
    <dgm:cxn modelId="{1C388AE3-7DDB-4413-ACB5-2B03816D5DDE}" type="presOf" srcId="{5DFD2083-39EF-4225-BD68-910A23613A2D}" destId="{48BB52DF-2613-46A7-B86D-E8101A1C0B94}" srcOrd="0" destOrd="9" presId="urn:microsoft.com/office/officeart/2005/8/layout/matrix2"/>
    <dgm:cxn modelId="{FED79EE5-027A-4560-9DB4-717335C37CFC}" srcId="{5ED3FEBE-7216-48D0-BCEF-1559C482968E}" destId="{10CE1680-2F22-4133-84DF-B420C02E9FC6}" srcOrd="0" destOrd="0" parTransId="{EAB75F94-6B74-4D40-815B-757B563B7D91}" sibTransId="{3009921E-99B1-4617-A09E-B98E39D8DF98}"/>
    <dgm:cxn modelId="{2A0537EE-9C27-42E3-8BDF-E75C954B15CB}" type="presOf" srcId="{CEF9EE49-D172-4501-A1C8-A8CA52A73021}" destId="{0C52093E-BD99-47A4-8F6B-F567873E82CC}" srcOrd="0" destOrd="10" presId="urn:microsoft.com/office/officeart/2005/8/layout/matrix2"/>
    <dgm:cxn modelId="{FB9BD1EF-BE46-48D1-8C35-62128020742C}" srcId="{9E53719B-80F1-4AC8-BDBD-DE396AA00C18}" destId="{A464E624-7838-46F4-9B47-CAC5CF1489A6}" srcOrd="1" destOrd="0" parTransId="{32656F06-655C-4BA1-AC78-D5750AFFF03C}" sibTransId="{799C85EA-8C93-4E82-B81D-FEB999921C64}"/>
    <dgm:cxn modelId="{76C05BF0-FE33-4804-9BD3-7C76E40509D9}" srcId="{5C788A7D-2EEB-46F8-A384-B03105809CE1}" destId="{B2F05F99-E8BF-4A86-99F5-0A254BD77294}" srcOrd="2" destOrd="0" parTransId="{3257B9A9-D318-4026-9B42-E3BD4A1035C1}" sibTransId="{53FA75DE-AC06-4D1F-BA1D-6DEF6306F8C5}"/>
    <dgm:cxn modelId="{30C79DF1-7DA6-4B8E-B4C5-693DE5B8C3AE}" srcId="{BACD5F83-8726-4374-BF31-53CF80879573}" destId="{F5E17985-D46A-42AA-B953-3C2D18AE7EB9}" srcOrd="1" destOrd="0" parTransId="{D495CACC-B14C-4CE4-9A83-BF60B8C19DCD}" sibTransId="{2515CDDD-9C21-4A19-8082-66289588ED37}"/>
    <dgm:cxn modelId="{24E5F3F7-4DFB-43F8-8D4A-A689550AAD53}" srcId="{9E53719B-80F1-4AC8-BDBD-DE396AA00C18}" destId="{5DFD2083-39EF-4225-BD68-910A23613A2D}" srcOrd="3" destOrd="0" parTransId="{A4BD015E-7AE8-488A-A87C-94BC8B9BE29B}" sibTransId="{C62E149A-731A-4CF4-B5ED-C279A25A0259}"/>
    <dgm:cxn modelId="{941E81F8-FC0C-40BF-AE23-B6CE646631ED}" srcId="{BACD5F83-8726-4374-BF31-53CF80879573}" destId="{010B8E5A-F74F-49B1-89A3-E41D1CE435BC}" srcOrd="2" destOrd="0" parTransId="{BE88B8E6-34D2-4840-9608-424D0D728723}" sibTransId="{989D2BAE-C179-421F-BB69-EE0619CF2CD6}"/>
    <dgm:cxn modelId="{54D35CFF-2E10-4A1D-B822-A181E662AA9A}" type="presParOf" srcId="{53AB938B-69A4-49D7-A03A-764B6A7416F0}" destId="{B3FE0B30-E085-4484-B5C5-291F39D445B0}" srcOrd="0" destOrd="0" presId="urn:microsoft.com/office/officeart/2005/8/layout/matrix2"/>
    <dgm:cxn modelId="{7A8150D3-EA01-464B-9BDF-0AB5B1375D8E}" type="presParOf" srcId="{53AB938B-69A4-49D7-A03A-764B6A7416F0}" destId="{0C52093E-BD99-47A4-8F6B-F567873E82CC}" srcOrd="1" destOrd="0" presId="urn:microsoft.com/office/officeart/2005/8/layout/matrix2"/>
    <dgm:cxn modelId="{E89A28FF-6094-44FC-B7B7-88EBF5AA0BB2}" type="presParOf" srcId="{53AB938B-69A4-49D7-A03A-764B6A7416F0}" destId="{48BB52DF-2613-46A7-B86D-E8101A1C0B94}" srcOrd="2" destOrd="0" presId="urn:microsoft.com/office/officeart/2005/8/layout/matrix2"/>
    <dgm:cxn modelId="{90D15CF7-C31C-4CF4-9972-3486F7C601B0}" type="presParOf" srcId="{53AB938B-69A4-49D7-A03A-764B6A7416F0}" destId="{6EA819EE-5025-4C5B-A9C5-E6D5030EBBC5}" srcOrd="3" destOrd="0" presId="urn:microsoft.com/office/officeart/2005/8/layout/matrix2"/>
    <dgm:cxn modelId="{0B69FDCD-5BBB-49BD-BABE-23414AFBBA23}" type="presParOf" srcId="{53AB938B-69A4-49D7-A03A-764B6A7416F0}" destId="{AF08E8D4-7336-48EC-9FFB-BEBD6CE3E05E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AB295C-C20F-4CC6-9E58-FB9AB3F07FAB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D88B9B-DC62-4F9D-A05F-D684E983B614}">
      <dgm:prSet phldrT="[Text]" phldr="0" custT="1"/>
      <dgm:spPr/>
      <dgm:t>
        <a:bodyPr/>
        <a:lstStyle/>
        <a:p>
          <a:r>
            <a:rPr lang="en-US" sz="1800" b="0" dirty="0"/>
            <a:t>SAFE framework: </a:t>
          </a:r>
          <a:r>
            <a:rPr lang="en-US" sz="1800" b="0" i="1" dirty="0"/>
            <a:t>Should AI</a:t>
          </a:r>
          <a:r>
            <a:rPr lang="en-US" sz="1800" b="0" i="1"/>
            <a:t>/Copilot </a:t>
          </a:r>
          <a:r>
            <a:rPr lang="en-US" sz="1800" b="0" i="1" dirty="0"/>
            <a:t>be used here?</a:t>
          </a:r>
        </a:p>
      </dgm:t>
    </dgm:pt>
    <dgm:pt modelId="{8D4F04C5-109C-4D8E-87FB-BB5DBE80BDB4}" type="parTrans" cxnId="{D70AED36-2E5A-4440-B748-8DC4E75D6F67}">
      <dgm:prSet/>
      <dgm:spPr/>
      <dgm:t>
        <a:bodyPr/>
        <a:lstStyle/>
        <a:p>
          <a:endParaRPr lang="en-US"/>
        </a:p>
      </dgm:t>
    </dgm:pt>
    <dgm:pt modelId="{876DCDF9-06A2-4C95-9FA8-098A4FB12734}" type="sibTrans" cxnId="{D70AED36-2E5A-4440-B748-8DC4E75D6F67}">
      <dgm:prSet/>
      <dgm:spPr/>
      <dgm:t>
        <a:bodyPr/>
        <a:lstStyle/>
        <a:p>
          <a:endParaRPr lang="en-US"/>
        </a:p>
      </dgm:t>
    </dgm:pt>
    <dgm:pt modelId="{0F5D5E8C-B5ED-435E-97A5-F5EDB5049966}">
      <dgm:prSet phldrT="[Text]"/>
      <dgm:spPr/>
      <dgm:t>
        <a:bodyPr/>
        <a:lstStyle/>
        <a:p>
          <a:pPr>
            <a:buNone/>
          </a:pPr>
          <a:r>
            <a:rPr lang="en-US" b="1" dirty="0"/>
            <a:t>Stability: </a:t>
          </a:r>
          <a:r>
            <a:rPr lang="en-US" dirty="0"/>
            <a:t>How consistent must the output be?</a:t>
          </a:r>
        </a:p>
      </dgm:t>
    </dgm:pt>
    <dgm:pt modelId="{51D513EE-8C0F-4A18-AFF7-026A13CB93C9}" type="parTrans" cxnId="{7D8ED78D-2FBF-476E-8D83-031FC11CFCFD}">
      <dgm:prSet/>
      <dgm:spPr/>
      <dgm:t>
        <a:bodyPr/>
        <a:lstStyle/>
        <a:p>
          <a:endParaRPr lang="en-US"/>
        </a:p>
      </dgm:t>
    </dgm:pt>
    <dgm:pt modelId="{DFBE1196-1F93-4F92-A045-C73449B4923D}" type="sibTrans" cxnId="{7D8ED78D-2FBF-476E-8D83-031FC11CFCFD}">
      <dgm:prSet/>
      <dgm:spPr/>
      <dgm:t>
        <a:bodyPr/>
        <a:lstStyle/>
        <a:p>
          <a:endParaRPr lang="en-US"/>
        </a:p>
      </dgm:t>
    </dgm:pt>
    <dgm:pt modelId="{6E3F03B6-D117-4590-A7E0-90055972BB44}">
      <dgm:prSet/>
      <dgm:spPr/>
      <dgm:t>
        <a:bodyPr/>
        <a:lstStyle/>
        <a:p>
          <a:pPr>
            <a:buNone/>
          </a:pPr>
          <a:r>
            <a:rPr lang="en-US" b="1" dirty="0"/>
            <a:t>Ambiguity: </a:t>
          </a:r>
          <a:r>
            <a:rPr lang="en-US" dirty="0"/>
            <a:t>How well-defined is the task?</a:t>
          </a:r>
        </a:p>
      </dgm:t>
    </dgm:pt>
    <dgm:pt modelId="{05C29871-47B2-4456-B58C-33C9CFC345F1}" type="parTrans" cxnId="{DA68B204-A393-4802-8624-045CECA30037}">
      <dgm:prSet/>
      <dgm:spPr/>
      <dgm:t>
        <a:bodyPr/>
        <a:lstStyle/>
        <a:p>
          <a:endParaRPr lang="en-US"/>
        </a:p>
      </dgm:t>
    </dgm:pt>
    <dgm:pt modelId="{198548C4-CC70-4855-8295-7121BC03CDE9}" type="sibTrans" cxnId="{DA68B204-A393-4802-8624-045CECA30037}">
      <dgm:prSet/>
      <dgm:spPr/>
      <dgm:t>
        <a:bodyPr/>
        <a:lstStyle/>
        <a:p>
          <a:endParaRPr lang="en-US"/>
        </a:p>
      </dgm:t>
    </dgm:pt>
    <dgm:pt modelId="{286A16D5-15B0-40EB-9B84-EDF1FDFD7875}">
      <dgm:prSet/>
      <dgm:spPr/>
      <dgm:t>
        <a:bodyPr/>
        <a:lstStyle/>
        <a:p>
          <a:pPr>
            <a:buNone/>
          </a:pPr>
          <a:r>
            <a:rPr lang="en-US" b="1" dirty="0"/>
            <a:t>Exposure: </a:t>
          </a:r>
          <a:r>
            <a:rPr lang="en-US" dirty="0"/>
            <a:t>Who depends on the result?</a:t>
          </a:r>
        </a:p>
      </dgm:t>
    </dgm:pt>
    <dgm:pt modelId="{1D67EC88-7BE9-49F0-A452-DBE96DA9CC3A}" type="parTrans" cxnId="{E9FC90E0-8AD3-4F38-979C-82373B73B694}">
      <dgm:prSet/>
      <dgm:spPr/>
      <dgm:t>
        <a:bodyPr/>
        <a:lstStyle/>
        <a:p>
          <a:endParaRPr lang="en-US"/>
        </a:p>
      </dgm:t>
    </dgm:pt>
    <dgm:pt modelId="{D6DF4DB9-9A00-4DE6-A451-F0E50F084072}" type="sibTrans" cxnId="{E9FC90E0-8AD3-4F38-979C-82373B73B694}">
      <dgm:prSet/>
      <dgm:spPr/>
      <dgm:t>
        <a:bodyPr/>
        <a:lstStyle/>
        <a:p>
          <a:endParaRPr lang="en-US"/>
        </a:p>
      </dgm:t>
    </dgm:pt>
    <dgm:pt modelId="{4143E52D-2F65-4A38-8927-1E8D4E9DF332}">
      <dgm:prSet/>
      <dgm:spPr/>
      <dgm:t>
        <a:bodyPr/>
        <a:lstStyle/>
        <a:p>
          <a:pPr>
            <a:buNone/>
          </a:pPr>
          <a:r>
            <a:rPr lang="en-US" b="1" dirty="0"/>
            <a:t>Frequency: </a:t>
          </a:r>
          <a:r>
            <a:rPr lang="en-US" dirty="0"/>
            <a:t>Is this a one-off or recurring?</a:t>
          </a:r>
        </a:p>
      </dgm:t>
    </dgm:pt>
    <dgm:pt modelId="{3223C9A2-CCB8-4A19-9C96-F81C39455404}" type="parTrans" cxnId="{B4E55478-A8CB-4403-8EE4-E2F4A4F58217}">
      <dgm:prSet/>
      <dgm:spPr/>
      <dgm:t>
        <a:bodyPr/>
        <a:lstStyle/>
        <a:p>
          <a:endParaRPr lang="en-US"/>
        </a:p>
      </dgm:t>
    </dgm:pt>
    <dgm:pt modelId="{1F65B7BA-4B1A-40B7-9219-94D6AEDCDCEA}" type="sibTrans" cxnId="{B4E55478-A8CB-4403-8EE4-E2F4A4F58217}">
      <dgm:prSet/>
      <dgm:spPr/>
      <dgm:t>
        <a:bodyPr/>
        <a:lstStyle/>
        <a:p>
          <a:endParaRPr lang="en-US"/>
        </a:p>
      </dgm:t>
    </dgm:pt>
    <dgm:pt modelId="{B5CAE78E-B80B-4E95-BCA4-923BA8398CD0}" type="pres">
      <dgm:prSet presAssocID="{A3AB295C-C20F-4CC6-9E58-FB9AB3F07FAB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6704173-0CFE-4537-952B-18382AE6CFFC}" type="pres">
      <dgm:prSet presAssocID="{CFD88B9B-DC62-4F9D-A05F-D684E983B614}" presName="centerShape" presStyleLbl="node0" presStyleIdx="0" presStyleCnt="1"/>
      <dgm:spPr/>
    </dgm:pt>
    <dgm:pt modelId="{B229EC32-E5D3-44C7-81DE-9B437CF81264}" type="pres">
      <dgm:prSet presAssocID="{51D513EE-8C0F-4A18-AFF7-026A13CB93C9}" presName="parTrans" presStyleLbl="sibTrans2D1" presStyleIdx="0" presStyleCnt="4"/>
      <dgm:spPr/>
    </dgm:pt>
    <dgm:pt modelId="{16CD2AEA-C471-46C4-AC3D-412DCB70C995}" type="pres">
      <dgm:prSet presAssocID="{51D513EE-8C0F-4A18-AFF7-026A13CB93C9}" presName="connectorText" presStyleLbl="sibTrans2D1" presStyleIdx="0" presStyleCnt="4"/>
      <dgm:spPr/>
    </dgm:pt>
    <dgm:pt modelId="{DCE4CA98-08CA-4622-B6C3-6678EAEDBF5D}" type="pres">
      <dgm:prSet presAssocID="{0F5D5E8C-B5ED-435E-97A5-F5EDB5049966}" presName="node" presStyleLbl="node1" presStyleIdx="0" presStyleCnt="4">
        <dgm:presLayoutVars>
          <dgm:bulletEnabled val="1"/>
        </dgm:presLayoutVars>
      </dgm:prSet>
      <dgm:spPr/>
    </dgm:pt>
    <dgm:pt modelId="{FFA80519-131E-4F29-9880-B9F849BE543E}" type="pres">
      <dgm:prSet presAssocID="{05C29871-47B2-4456-B58C-33C9CFC345F1}" presName="parTrans" presStyleLbl="sibTrans2D1" presStyleIdx="1" presStyleCnt="4"/>
      <dgm:spPr/>
    </dgm:pt>
    <dgm:pt modelId="{987D1F8B-A014-4DB9-89CB-38328AAD1AA8}" type="pres">
      <dgm:prSet presAssocID="{05C29871-47B2-4456-B58C-33C9CFC345F1}" presName="connectorText" presStyleLbl="sibTrans2D1" presStyleIdx="1" presStyleCnt="4"/>
      <dgm:spPr/>
    </dgm:pt>
    <dgm:pt modelId="{357330AE-5990-4F06-B292-96DE4BE6CA94}" type="pres">
      <dgm:prSet presAssocID="{6E3F03B6-D117-4590-A7E0-90055972BB44}" presName="node" presStyleLbl="node1" presStyleIdx="1" presStyleCnt="4">
        <dgm:presLayoutVars>
          <dgm:bulletEnabled val="1"/>
        </dgm:presLayoutVars>
      </dgm:prSet>
      <dgm:spPr/>
    </dgm:pt>
    <dgm:pt modelId="{807DF295-CBF9-476C-B6B3-F1527D0B8713}" type="pres">
      <dgm:prSet presAssocID="{3223C9A2-CCB8-4A19-9C96-F81C39455404}" presName="parTrans" presStyleLbl="sibTrans2D1" presStyleIdx="2" presStyleCnt="4"/>
      <dgm:spPr/>
    </dgm:pt>
    <dgm:pt modelId="{48BAACBF-20C4-4528-AB3A-9FBBB97A0D5C}" type="pres">
      <dgm:prSet presAssocID="{3223C9A2-CCB8-4A19-9C96-F81C39455404}" presName="connectorText" presStyleLbl="sibTrans2D1" presStyleIdx="2" presStyleCnt="4"/>
      <dgm:spPr/>
    </dgm:pt>
    <dgm:pt modelId="{2AA00848-B871-4098-A4CD-B85CF9EF224C}" type="pres">
      <dgm:prSet presAssocID="{4143E52D-2F65-4A38-8927-1E8D4E9DF332}" presName="node" presStyleLbl="node1" presStyleIdx="2" presStyleCnt="4">
        <dgm:presLayoutVars>
          <dgm:bulletEnabled val="1"/>
        </dgm:presLayoutVars>
      </dgm:prSet>
      <dgm:spPr/>
    </dgm:pt>
    <dgm:pt modelId="{309FE00A-F175-4053-B59A-BF05FA05EEF2}" type="pres">
      <dgm:prSet presAssocID="{1D67EC88-7BE9-49F0-A452-DBE96DA9CC3A}" presName="parTrans" presStyleLbl="sibTrans2D1" presStyleIdx="3" presStyleCnt="4"/>
      <dgm:spPr/>
    </dgm:pt>
    <dgm:pt modelId="{7901DA3A-0BC5-4CA2-A85F-69140C0F0028}" type="pres">
      <dgm:prSet presAssocID="{1D67EC88-7BE9-49F0-A452-DBE96DA9CC3A}" presName="connectorText" presStyleLbl="sibTrans2D1" presStyleIdx="3" presStyleCnt="4"/>
      <dgm:spPr/>
    </dgm:pt>
    <dgm:pt modelId="{525AC82C-1E9A-47CC-AC05-C602B5231BCB}" type="pres">
      <dgm:prSet presAssocID="{286A16D5-15B0-40EB-9B84-EDF1FDFD7875}" presName="node" presStyleLbl="node1" presStyleIdx="3" presStyleCnt="4">
        <dgm:presLayoutVars>
          <dgm:bulletEnabled val="1"/>
        </dgm:presLayoutVars>
      </dgm:prSet>
      <dgm:spPr/>
    </dgm:pt>
  </dgm:ptLst>
  <dgm:cxnLst>
    <dgm:cxn modelId="{89AF3202-E610-4F8E-BE81-AB271DC84C1D}" type="presOf" srcId="{A3AB295C-C20F-4CC6-9E58-FB9AB3F07FAB}" destId="{B5CAE78E-B80B-4E95-BCA4-923BA8398CD0}" srcOrd="0" destOrd="0" presId="urn:microsoft.com/office/officeart/2005/8/layout/radial5"/>
    <dgm:cxn modelId="{DA68B204-A393-4802-8624-045CECA30037}" srcId="{CFD88B9B-DC62-4F9D-A05F-D684E983B614}" destId="{6E3F03B6-D117-4590-A7E0-90055972BB44}" srcOrd="1" destOrd="0" parTransId="{05C29871-47B2-4456-B58C-33C9CFC345F1}" sibTransId="{198548C4-CC70-4855-8295-7121BC03CDE9}"/>
    <dgm:cxn modelId="{69478814-B0D9-4A0A-8148-4C92AF636379}" type="presOf" srcId="{3223C9A2-CCB8-4A19-9C96-F81C39455404}" destId="{807DF295-CBF9-476C-B6B3-F1527D0B8713}" srcOrd="0" destOrd="0" presId="urn:microsoft.com/office/officeart/2005/8/layout/radial5"/>
    <dgm:cxn modelId="{D7609114-420E-4A25-A2FB-CD4A7615A1ED}" type="presOf" srcId="{6E3F03B6-D117-4590-A7E0-90055972BB44}" destId="{357330AE-5990-4F06-B292-96DE4BE6CA94}" srcOrd="0" destOrd="0" presId="urn:microsoft.com/office/officeart/2005/8/layout/radial5"/>
    <dgm:cxn modelId="{D70AED36-2E5A-4440-B748-8DC4E75D6F67}" srcId="{A3AB295C-C20F-4CC6-9E58-FB9AB3F07FAB}" destId="{CFD88B9B-DC62-4F9D-A05F-D684E983B614}" srcOrd="0" destOrd="0" parTransId="{8D4F04C5-109C-4D8E-87FB-BB5DBE80BDB4}" sibTransId="{876DCDF9-06A2-4C95-9FA8-098A4FB12734}"/>
    <dgm:cxn modelId="{E806823D-530A-4B12-BBAB-E31643BAAD26}" type="presOf" srcId="{CFD88B9B-DC62-4F9D-A05F-D684E983B614}" destId="{76704173-0CFE-4537-952B-18382AE6CFFC}" srcOrd="0" destOrd="0" presId="urn:microsoft.com/office/officeart/2005/8/layout/radial5"/>
    <dgm:cxn modelId="{A16C775F-F4FD-4D82-BD29-F3850B744A2F}" type="presOf" srcId="{4143E52D-2F65-4A38-8927-1E8D4E9DF332}" destId="{2AA00848-B871-4098-A4CD-B85CF9EF224C}" srcOrd="0" destOrd="0" presId="urn:microsoft.com/office/officeart/2005/8/layout/radial5"/>
    <dgm:cxn modelId="{FC2C2A4C-8D2E-4A3D-824D-9F53D4ECD853}" type="presOf" srcId="{1D67EC88-7BE9-49F0-A452-DBE96DA9CC3A}" destId="{309FE00A-F175-4053-B59A-BF05FA05EEF2}" srcOrd="0" destOrd="0" presId="urn:microsoft.com/office/officeart/2005/8/layout/radial5"/>
    <dgm:cxn modelId="{1DA31351-56B7-464E-AF1A-DB51E46745A8}" type="presOf" srcId="{05C29871-47B2-4456-B58C-33C9CFC345F1}" destId="{FFA80519-131E-4F29-9880-B9F849BE543E}" srcOrd="0" destOrd="0" presId="urn:microsoft.com/office/officeart/2005/8/layout/radial5"/>
    <dgm:cxn modelId="{B4E55478-A8CB-4403-8EE4-E2F4A4F58217}" srcId="{CFD88B9B-DC62-4F9D-A05F-D684E983B614}" destId="{4143E52D-2F65-4A38-8927-1E8D4E9DF332}" srcOrd="2" destOrd="0" parTransId="{3223C9A2-CCB8-4A19-9C96-F81C39455404}" sibTransId="{1F65B7BA-4B1A-40B7-9219-94D6AEDCDCEA}"/>
    <dgm:cxn modelId="{6867397E-668F-429D-875E-E6D618BC1AE6}" type="presOf" srcId="{3223C9A2-CCB8-4A19-9C96-F81C39455404}" destId="{48BAACBF-20C4-4528-AB3A-9FBBB97A0D5C}" srcOrd="1" destOrd="0" presId="urn:microsoft.com/office/officeart/2005/8/layout/radial5"/>
    <dgm:cxn modelId="{7D8ED78D-2FBF-476E-8D83-031FC11CFCFD}" srcId="{CFD88B9B-DC62-4F9D-A05F-D684E983B614}" destId="{0F5D5E8C-B5ED-435E-97A5-F5EDB5049966}" srcOrd="0" destOrd="0" parTransId="{51D513EE-8C0F-4A18-AFF7-026A13CB93C9}" sibTransId="{DFBE1196-1F93-4F92-A045-C73449B4923D}"/>
    <dgm:cxn modelId="{086EED8D-9ABA-4638-9409-B7F26DBD88B4}" type="presOf" srcId="{05C29871-47B2-4456-B58C-33C9CFC345F1}" destId="{987D1F8B-A014-4DB9-89CB-38328AAD1AA8}" srcOrd="1" destOrd="0" presId="urn:microsoft.com/office/officeart/2005/8/layout/radial5"/>
    <dgm:cxn modelId="{A46B3290-7217-4F47-801E-56CCCB672AC6}" type="presOf" srcId="{286A16D5-15B0-40EB-9B84-EDF1FDFD7875}" destId="{525AC82C-1E9A-47CC-AC05-C602B5231BCB}" srcOrd="0" destOrd="0" presId="urn:microsoft.com/office/officeart/2005/8/layout/radial5"/>
    <dgm:cxn modelId="{4CC30C97-1ECA-4AA3-A36E-400D8080B760}" type="presOf" srcId="{51D513EE-8C0F-4A18-AFF7-026A13CB93C9}" destId="{B229EC32-E5D3-44C7-81DE-9B437CF81264}" srcOrd="0" destOrd="0" presId="urn:microsoft.com/office/officeart/2005/8/layout/radial5"/>
    <dgm:cxn modelId="{30E3FDA0-0708-4FA0-BE78-582457F30BF0}" type="presOf" srcId="{0F5D5E8C-B5ED-435E-97A5-F5EDB5049966}" destId="{DCE4CA98-08CA-4622-B6C3-6678EAEDBF5D}" srcOrd="0" destOrd="0" presId="urn:microsoft.com/office/officeart/2005/8/layout/radial5"/>
    <dgm:cxn modelId="{FB3861BD-C381-470E-BC68-F3CBADE33605}" type="presOf" srcId="{51D513EE-8C0F-4A18-AFF7-026A13CB93C9}" destId="{16CD2AEA-C471-46C4-AC3D-412DCB70C995}" srcOrd="1" destOrd="0" presId="urn:microsoft.com/office/officeart/2005/8/layout/radial5"/>
    <dgm:cxn modelId="{CC03AEC7-8F32-43CB-B00F-96875E39D549}" type="presOf" srcId="{1D67EC88-7BE9-49F0-A452-DBE96DA9CC3A}" destId="{7901DA3A-0BC5-4CA2-A85F-69140C0F0028}" srcOrd="1" destOrd="0" presId="urn:microsoft.com/office/officeart/2005/8/layout/radial5"/>
    <dgm:cxn modelId="{E9FC90E0-8AD3-4F38-979C-82373B73B694}" srcId="{CFD88B9B-DC62-4F9D-A05F-D684E983B614}" destId="{286A16D5-15B0-40EB-9B84-EDF1FDFD7875}" srcOrd="3" destOrd="0" parTransId="{1D67EC88-7BE9-49F0-A452-DBE96DA9CC3A}" sibTransId="{D6DF4DB9-9A00-4DE6-A451-F0E50F084072}"/>
    <dgm:cxn modelId="{F827990D-0243-4FB4-9D7E-D8C69E5E8BC4}" type="presParOf" srcId="{B5CAE78E-B80B-4E95-BCA4-923BA8398CD0}" destId="{76704173-0CFE-4537-952B-18382AE6CFFC}" srcOrd="0" destOrd="0" presId="urn:microsoft.com/office/officeart/2005/8/layout/radial5"/>
    <dgm:cxn modelId="{6B8969A1-F231-447D-9AA5-B953B0BDA540}" type="presParOf" srcId="{B5CAE78E-B80B-4E95-BCA4-923BA8398CD0}" destId="{B229EC32-E5D3-44C7-81DE-9B437CF81264}" srcOrd="1" destOrd="0" presId="urn:microsoft.com/office/officeart/2005/8/layout/radial5"/>
    <dgm:cxn modelId="{DEA8997F-846D-4AD6-8272-6DB0D4E846D7}" type="presParOf" srcId="{B229EC32-E5D3-44C7-81DE-9B437CF81264}" destId="{16CD2AEA-C471-46C4-AC3D-412DCB70C995}" srcOrd="0" destOrd="0" presId="urn:microsoft.com/office/officeart/2005/8/layout/radial5"/>
    <dgm:cxn modelId="{51ADE8CC-5142-4597-B34C-35EB2DD0E82D}" type="presParOf" srcId="{B5CAE78E-B80B-4E95-BCA4-923BA8398CD0}" destId="{DCE4CA98-08CA-4622-B6C3-6678EAEDBF5D}" srcOrd="2" destOrd="0" presId="urn:microsoft.com/office/officeart/2005/8/layout/radial5"/>
    <dgm:cxn modelId="{30DB4003-C1F3-413B-BF97-17ACFF67BCAA}" type="presParOf" srcId="{B5CAE78E-B80B-4E95-BCA4-923BA8398CD0}" destId="{FFA80519-131E-4F29-9880-B9F849BE543E}" srcOrd="3" destOrd="0" presId="urn:microsoft.com/office/officeart/2005/8/layout/radial5"/>
    <dgm:cxn modelId="{FCC87D9C-0282-4C62-8C14-21898000477C}" type="presParOf" srcId="{FFA80519-131E-4F29-9880-B9F849BE543E}" destId="{987D1F8B-A014-4DB9-89CB-38328AAD1AA8}" srcOrd="0" destOrd="0" presId="urn:microsoft.com/office/officeart/2005/8/layout/radial5"/>
    <dgm:cxn modelId="{CECA29E4-CF0A-4321-AD5F-8AB7429CABFD}" type="presParOf" srcId="{B5CAE78E-B80B-4E95-BCA4-923BA8398CD0}" destId="{357330AE-5990-4F06-B292-96DE4BE6CA94}" srcOrd="4" destOrd="0" presId="urn:microsoft.com/office/officeart/2005/8/layout/radial5"/>
    <dgm:cxn modelId="{729FCA00-4190-47B4-B793-FFAEAA29BBBE}" type="presParOf" srcId="{B5CAE78E-B80B-4E95-BCA4-923BA8398CD0}" destId="{807DF295-CBF9-476C-B6B3-F1527D0B8713}" srcOrd="5" destOrd="0" presId="urn:microsoft.com/office/officeart/2005/8/layout/radial5"/>
    <dgm:cxn modelId="{3E6A7FCA-2AEA-49B1-9114-BB01CD545217}" type="presParOf" srcId="{807DF295-CBF9-476C-B6B3-F1527D0B8713}" destId="{48BAACBF-20C4-4528-AB3A-9FBBB97A0D5C}" srcOrd="0" destOrd="0" presId="urn:microsoft.com/office/officeart/2005/8/layout/radial5"/>
    <dgm:cxn modelId="{E7B52EDE-125E-46E0-A63C-D6A80532BD32}" type="presParOf" srcId="{B5CAE78E-B80B-4E95-BCA4-923BA8398CD0}" destId="{2AA00848-B871-4098-A4CD-B85CF9EF224C}" srcOrd="6" destOrd="0" presId="urn:microsoft.com/office/officeart/2005/8/layout/radial5"/>
    <dgm:cxn modelId="{0880A840-D129-49B0-9422-6AEA172B4781}" type="presParOf" srcId="{B5CAE78E-B80B-4E95-BCA4-923BA8398CD0}" destId="{309FE00A-F175-4053-B59A-BF05FA05EEF2}" srcOrd="7" destOrd="0" presId="urn:microsoft.com/office/officeart/2005/8/layout/radial5"/>
    <dgm:cxn modelId="{9ABF6047-921C-442A-9019-578E15919376}" type="presParOf" srcId="{309FE00A-F175-4053-B59A-BF05FA05EEF2}" destId="{7901DA3A-0BC5-4CA2-A85F-69140C0F0028}" srcOrd="0" destOrd="0" presId="urn:microsoft.com/office/officeart/2005/8/layout/radial5"/>
    <dgm:cxn modelId="{39939DAC-1408-4741-9B6E-6C31FA370BE0}" type="presParOf" srcId="{B5CAE78E-B80B-4E95-BCA4-923BA8398CD0}" destId="{525AC82C-1E9A-47CC-AC05-C602B5231BCB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E0B30-E085-4484-B5C5-291F39D445B0}">
      <dsp:nvSpPr>
        <dsp:cNvPr id="0" name=""/>
        <dsp:cNvSpPr/>
      </dsp:nvSpPr>
      <dsp:spPr>
        <a:xfrm>
          <a:off x="1813094" y="0"/>
          <a:ext cx="6889412" cy="688941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2093E-BD99-47A4-8F6B-F567873E82CC}">
      <dsp:nvSpPr>
        <dsp:cNvPr id="0" name=""/>
        <dsp:cNvSpPr/>
      </dsp:nvSpPr>
      <dsp:spPr>
        <a:xfrm>
          <a:off x="2260905" y="447811"/>
          <a:ext cx="2755764" cy="27557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High Stability / Low Ambiguity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Rules Must Hold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Power Query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Excel formulas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PivotTables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Data models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Use for: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Monthly reporting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Data cleanup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Joins and merges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KPI calculations</a:t>
          </a:r>
        </a:p>
      </dsp:txBody>
      <dsp:txXfrm>
        <a:off x="2395430" y="582336"/>
        <a:ext cx="2486714" cy="2486714"/>
      </dsp:txXfrm>
    </dsp:sp>
    <dsp:sp modelId="{48BB52DF-2613-46A7-B86D-E8101A1C0B94}">
      <dsp:nvSpPr>
        <dsp:cNvPr id="0" name=""/>
        <dsp:cNvSpPr/>
      </dsp:nvSpPr>
      <dsp:spPr>
        <a:xfrm>
          <a:off x="5498929" y="447811"/>
          <a:ext cx="2755764" cy="27557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High Stability / High Ambiguity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Judgment Zone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Human judgment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Excel formulas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Light AI support only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Use for: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Defining metrics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Choosing KPIs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Business rules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Interpreting edge cases</a:t>
          </a:r>
        </a:p>
      </dsp:txBody>
      <dsp:txXfrm>
        <a:off x="5633454" y="582336"/>
        <a:ext cx="2486714" cy="2486714"/>
      </dsp:txXfrm>
    </dsp:sp>
    <dsp:sp modelId="{6EA819EE-5025-4C5B-A9C5-E6D5030EBBC5}">
      <dsp:nvSpPr>
        <dsp:cNvPr id="0" name=""/>
        <dsp:cNvSpPr/>
      </dsp:nvSpPr>
      <dsp:spPr>
        <a:xfrm>
          <a:off x="2260905" y="3685835"/>
          <a:ext cx="2755764" cy="27557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Low Stability / High Ambiguity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AI Sweet Spot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Copilot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Python in Excel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AI-assisted visuals and narratives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Use for: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Exploratory analysis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/>
            <a:t>Draft charts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Executive summaries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/>
            <a:t>Sanity checks</a:t>
          </a:r>
          <a:endParaRPr lang="en-US" sz="1200" kern="1200" dirty="0"/>
        </a:p>
      </dsp:txBody>
      <dsp:txXfrm>
        <a:off x="2395430" y="3820360"/>
        <a:ext cx="2486714" cy="2486714"/>
      </dsp:txXfrm>
    </dsp:sp>
    <dsp:sp modelId="{AF08E8D4-7336-48EC-9FFB-BEBD6CE3E05E}">
      <dsp:nvSpPr>
        <dsp:cNvPr id="0" name=""/>
        <dsp:cNvSpPr/>
      </dsp:nvSpPr>
      <dsp:spPr>
        <a:xfrm>
          <a:off x="5498929" y="3685835"/>
          <a:ext cx="2755764" cy="27557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Low Stability / Low Ambiguity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Convenience Zone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Either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Whatever is fastest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Use for: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One-off tasks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Ad hoc checks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Throwaway analysis</a:t>
          </a:r>
        </a:p>
      </dsp:txBody>
      <dsp:txXfrm>
        <a:off x="5633454" y="3820360"/>
        <a:ext cx="2486714" cy="2486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04173-0CFE-4537-952B-18382AE6CFFC}">
      <dsp:nvSpPr>
        <dsp:cNvPr id="0" name=""/>
        <dsp:cNvSpPr/>
      </dsp:nvSpPr>
      <dsp:spPr>
        <a:xfrm>
          <a:off x="4457799" y="2527495"/>
          <a:ext cx="1803007" cy="1803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SAFE framework: </a:t>
          </a:r>
          <a:r>
            <a:rPr lang="en-US" sz="1800" b="0" i="1" kern="1200" dirty="0"/>
            <a:t>Should AI</a:t>
          </a:r>
          <a:r>
            <a:rPr lang="en-US" sz="1800" b="0" i="1" kern="1200"/>
            <a:t>/Copilot </a:t>
          </a:r>
          <a:r>
            <a:rPr lang="en-US" sz="1800" b="0" i="1" kern="1200" dirty="0"/>
            <a:t>be used here?</a:t>
          </a:r>
        </a:p>
      </dsp:txBody>
      <dsp:txXfrm>
        <a:off x="4721843" y="2791539"/>
        <a:ext cx="1274919" cy="1274919"/>
      </dsp:txXfrm>
    </dsp:sp>
    <dsp:sp modelId="{B229EC32-E5D3-44C7-81DE-9B437CF81264}">
      <dsp:nvSpPr>
        <dsp:cNvPr id="0" name=""/>
        <dsp:cNvSpPr/>
      </dsp:nvSpPr>
      <dsp:spPr>
        <a:xfrm rot="16200000">
          <a:off x="5168303" y="1871419"/>
          <a:ext cx="381998" cy="613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225603" y="2051323"/>
        <a:ext cx="267399" cy="367814"/>
      </dsp:txXfrm>
    </dsp:sp>
    <dsp:sp modelId="{DCE4CA98-08CA-4622-B6C3-6678EAEDBF5D}">
      <dsp:nvSpPr>
        <dsp:cNvPr id="0" name=""/>
        <dsp:cNvSpPr/>
      </dsp:nvSpPr>
      <dsp:spPr>
        <a:xfrm>
          <a:off x="4457799" y="3735"/>
          <a:ext cx="1803007" cy="1803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Stability: </a:t>
          </a:r>
          <a:r>
            <a:rPr lang="en-US" sz="1700" kern="1200" dirty="0"/>
            <a:t>How consistent must the output be?</a:t>
          </a:r>
        </a:p>
      </dsp:txBody>
      <dsp:txXfrm>
        <a:off x="4721843" y="267779"/>
        <a:ext cx="1274919" cy="1274919"/>
      </dsp:txXfrm>
    </dsp:sp>
    <dsp:sp modelId="{FFA80519-131E-4F29-9880-B9F849BE543E}">
      <dsp:nvSpPr>
        <dsp:cNvPr id="0" name=""/>
        <dsp:cNvSpPr/>
      </dsp:nvSpPr>
      <dsp:spPr>
        <a:xfrm>
          <a:off x="6419372" y="3122488"/>
          <a:ext cx="381998" cy="613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419372" y="3245092"/>
        <a:ext cx="267399" cy="367814"/>
      </dsp:txXfrm>
    </dsp:sp>
    <dsp:sp modelId="{357330AE-5990-4F06-B292-96DE4BE6CA94}">
      <dsp:nvSpPr>
        <dsp:cNvPr id="0" name=""/>
        <dsp:cNvSpPr/>
      </dsp:nvSpPr>
      <dsp:spPr>
        <a:xfrm>
          <a:off x="6981559" y="2527495"/>
          <a:ext cx="1803007" cy="1803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Ambiguity: </a:t>
          </a:r>
          <a:r>
            <a:rPr lang="en-US" sz="1700" kern="1200" dirty="0"/>
            <a:t>How well-defined is the task?</a:t>
          </a:r>
        </a:p>
      </dsp:txBody>
      <dsp:txXfrm>
        <a:off x="7245603" y="2791539"/>
        <a:ext cx="1274919" cy="1274919"/>
      </dsp:txXfrm>
    </dsp:sp>
    <dsp:sp modelId="{807DF295-CBF9-476C-B6B3-F1527D0B8713}">
      <dsp:nvSpPr>
        <dsp:cNvPr id="0" name=""/>
        <dsp:cNvSpPr/>
      </dsp:nvSpPr>
      <dsp:spPr>
        <a:xfrm rot="5400000">
          <a:off x="5168303" y="4373557"/>
          <a:ext cx="381998" cy="613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225603" y="4438862"/>
        <a:ext cx="267399" cy="367814"/>
      </dsp:txXfrm>
    </dsp:sp>
    <dsp:sp modelId="{2AA00848-B871-4098-A4CD-B85CF9EF224C}">
      <dsp:nvSpPr>
        <dsp:cNvPr id="0" name=""/>
        <dsp:cNvSpPr/>
      </dsp:nvSpPr>
      <dsp:spPr>
        <a:xfrm>
          <a:off x="4457799" y="5051255"/>
          <a:ext cx="1803007" cy="1803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Frequency: </a:t>
          </a:r>
          <a:r>
            <a:rPr lang="en-US" sz="1700" kern="1200" dirty="0"/>
            <a:t>Is this a one-off or recurring?</a:t>
          </a:r>
        </a:p>
      </dsp:txBody>
      <dsp:txXfrm>
        <a:off x="4721843" y="5315299"/>
        <a:ext cx="1274919" cy="1274919"/>
      </dsp:txXfrm>
    </dsp:sp>
    <dsp:sp modelId="{309FE00A-F175-4053-B59A-BF05FA05EEF2}">
      <dsp:nvSpPr>
        <dsp:cNvPr id="0" name=""/>
        <dsp:cNvSpPr/>
      </dsp:nvSpPr>
      <dsp:spPr>
        <a:xfrm rot="10800000">
          <a:off x="3917234" y="3122488"/>
          <a:ext cx="381998" cy="6130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4031833" y="3245092"/>
        <a:ext cx="267399" cy="367814"/>
      </dsp:txXfrm>
    </dsp:sp>
    <dsp:sp modelId="{525AC82C-1E9A-47CC-AC05-C602B5231BCB}">
      <dsp:nvSpPr>
        <dsp:cNvPr id="0" name=""/>
        <dsp:cNvSpPr/>
      </dsp:nvSpPr>
      <dsp:spPr>
        <a:xfrm>
          <a:off x="1934038" y="2527495"/>
          <a:ext cx="1803007" cy="1803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Exposure: </a:t>
          </a:r>
          <a:r>
            <a:rPr lang="en-US" sz="1700" kern="1200" dirty="0"/>
            <a:t>Who depends on the result?</a:t>
          </a:r>
        </a:p>
      </dsp:txBody>
      <dsp:txXfrm>
        <a:off x="2198082" y="2791539"/>
        <a:ext cx="1274919" cy="1274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6595-C8E8-85F9-97B0-D60E6C051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3D62F-C639-9535-3D97-91E9604F5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27AFB-BBD4-B7CD-EB09-ACD29F9E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9C7EE-7D86-E5A0-02C1-6E1A9F13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078C0-E93D-A116-6B04-7BC7C8CD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6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9E9A-3389-10DD-D5EE-DDE3469B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DEA8-C1EB-A579-D2B3-7C91D183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999BA-4D83-107A-F85E-2CEFFA09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EA09-BCA2-2DAE-921A-619C0846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DDB7-AC66-C98F-26D5-108D1E9C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5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BD03-E604-9E12-FFD9-F380001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4756E-08E0-97CB-281B-C4E66287C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B81C5-666D-B0A6-FF63-745B9786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B1461-B6BA-0697-084F-3BEEB56F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76D8-DEFB-FFEA-8BD5-9FC7E94D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C185-9438-2968-078A-7583CD0A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1CE20-601F-1EE6-02E3-6F1798690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10EFC-06E6-E598-2A6C-A488D6AFB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5D76-59E4-CF99-155E-962F562F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E04A1-7F4B-0207-3258-1D42852E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A8B1D-88DF-B527-0B4A-6296B09C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0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4E21-AABC-C2C8-03F4-6D92F89A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B2D9E-605D-1A2F-91E2-7957AF092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98A1F-BBF5-B9BD-9B1D-FD5494FF8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E1575-AD78-566F-D575-A2CF81C436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E7088-8081-4785-3BFE-D41BA0CCE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CB798-02E0-F2DD-F37D-5C437F2C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6F2F6-D655-AAA1-0E32-1FB0B42F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62565-D2E4-F2F1-68F1-1C42ED14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8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0909-BA5A-61B1-35A8-48C472C8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DE7FA-A3B3-78C4-AF62-6EFD5A06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2664F-A80C-ADE4-14E6-666D8F02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99E46-48F5-17C9-F85D-1DE7EF4E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4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989F7-A5AD-698C-CD7F-14AD3C07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9DF66-6817-D09F-0B36-A8E083FB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50A26-049B-A9DA-6E88-8F12E1D3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6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47DD-A46F-C638-4811-13590C5E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4966-4CEF-B061-5AAB-BABAD6F9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8652D-B006-C4F3-9CC8-9A2DCC862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E8F2E-BF03-8B44-A339-E919DDF5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4228F-D7C1-1FF7-1F5E-0122A7CE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D5D12-0B7E-FC1B-B02E-C42C1E4F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8E88-6975-A35B-E848-ABC6C55C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EF45E-0CEA-8693-8B65-43E0F55CC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4C0F6-4409-1242-FC92-B60B64237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0E2AC-996E-A9B1-C73A-AA0F5F0F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F6BD5-85E1-4881-4CF2-1691C05C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CB00D-C2C2-8C71-50D9-36721FC2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4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6527-2ED8-20E4-F970-6A682838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A1C64-E1BA-73E7-6185-13A86BD11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EE27F-167A-A930-E2AE-A703CE48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454AD-C77C-6551-2FC9-A8989525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82665-CC2D-20D5-C5CB-129588DC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5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25106A-A315-37F2-FC96-742C736D6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E477B-D20C-6EE3-0A5F-9809B7FF3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8A866-F603-11BC-939F-02DC140B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8AABE-CAEE-719D-46FF-2FBADE44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F5C5-FB16-0482-185E-C1250A10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9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C43E4-7141-DA30-ACE0-D0CBE3DF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C2B6B-2287-5194-D14D-EE4E5A3E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BAA75-BD4F-1CBD-C10A-B9AC9ADF6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B32AB-3F4E-4DAB-8AB1-C55A1297B5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57F3-C33D-84B7-0027-4EDAB26CC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A5A2-7D57-A547-D2D5-E4B4A60AA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5B331-E375-42A2-936A-9A149FB85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2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470B-514E-F2EC-00A0-9AE821578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55C43-3620-346B-2A0D-7FBE704AAD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8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32DBC4-5FF3-83DA-65CD-78695BF82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218534"/>
              </p:ext>
            </p:extLst>
          </p:nvPr>
        </p:nvGraphicFramePr>
        <p:xfrm>
          <a:off x="838200" y="83762"/>
          <a:ext cx="10515600" cy="6889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42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9A7431-4C08-ED4C-E68C-751566FDE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876826"/>
              </p:ext>
            </p:extLst>
          </p:nvPr>
        </p:nvGraphicFramePr>
        <p:xfrm>
          <a:off x="635194" y="0"/>
          <a:ext cx="10718606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174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147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2</cp:revision>
  <dcterms:created xsi:type="dcterms:W3CDTF">2025-12-19T17:15:47Z</dcterms:created>
  <dcterms:modified xsi:type="dcterms:W3CDTF">2025-12-19T20:04:31Z</dcterms:modified>
</cp:coreProperties>
</file>